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11.xml.rels" ContentType="application/vnd.openxmlformats-package.relationships+xml"/>
  <Override PartName="/ppt/slideMasters/_rels/slideMaster5.xml.rels" ContentType="application/vnd.openxmlformats-package.relationships+xml"/>
  <Override PartName="/ppt/slideMasters/_rels/slideMaster10.xml.rels" ContentType="application/vnd.openxmlformats-package.relationships+xml"/>
  <Override PartName="/ppt/slideMasters/_rels/slideMaster4.xml.rels" ContentType="application/vnd.openxmlformats-package.relationships+xml"/>
  <Override PartName="/ppt/slideMasters/_rels/slideMaster9.xml.rels" ContentType="application/vnd.openxmlformats-package.relationships+xml"/>
  <Override PartName="/ppt/slideMasters/_rels/slideMaster8.xml.rels" ContentType="application/vnd.openxmlformats-package.relationships+xml"/>
  <Override PartName="/ppt/slideMasters/_rels/slideMaster7.xml.rels" ContentType="application/vnd.openxmlformats-package.relationships+xml"/>
  <Override PartName="/ppt/slideMasters/_rels/slideMaster6.xml.rels" ContentType="application/vnd.openxmlformats-package.relationships+xml"/>
  <Override PartName="/ppt/slideMasters/_rels/slideMaster3.xml.rels" ContentType="application/vnd.openxmlformats-package.relationships+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1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theme/theme10.xml" ContentType="application/vnd.openxmlformats-officedocument.theme+xml"/>
  <Override PartName="/ppt/slideLayouts/_rels/slideLayout2.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s/slide1.xml" ContentType="application/vnd.openxmlformats-officedocument.presentationml.slide+xml"/>
  <Override PartName="/ppt/slides/_rels/slide8.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5.xml.rels" ContentType="application/vnd.openxmlformats-package.relationships+xml"/>
  <Override PartName="/ppt/slides/_rels/slide4.xml.rels" ContentType="application/vnd.openxmlformats-package.relationships+xml"/>
  <Override PartName="/ppt/slides/_rels/slide3.xml.rels" ContentType="application/vnd.openxmlformats-package.relationships+xml"/>
  <Override PartName="/ppt/slides/_rels/slide2.xml.rels" ContentType="application/vnd.openxmlformats-package.relationships+xml"/>
  <Override PartName="/ppt/slides/_rels/slide1.xml.rels" ContentType="application/vnd.openxmlformats-package.relationships+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_rels/presentation.xml.rels" ContentType="application/vnd.openxmlformats-package.relationships+xml"/>
  <Override PartName="/ppt/media/image12.svg" ContentType="image/svg"/>
  <Override PartName="/ppt/media/image8.svg" ContentType="image/svg"/>
  <Override PartName="/ppt/media/image13.png" ContentType="image/png"/>
  <Override PartName="/ppt/media/image10.svg" ContentType="image/svg"/>
  <Override PartName="/ppt/media/image17.png" ContentType="image/png"/>
  <Override PartName="/ppt/media/image14.svg" ContentType="image/svg"/>
  <Override PartName="/ppt/media/image16.svg" ContentType="image/svg"/>
  <Override PartName="/ppt/media/image15.png" ContentType="image/png"/>
  <Override PartName="/ppt/media/image1.png" ContentType="image/png"/>
  <Override PartName="/ppt/media/image2.svg" ContentType="image/svg"/>
  <Override PartName="/ppt/media/image5.png" ContentType="image/png"/>
  <Override PartName="/ppt/media/image3.png" ContentType="image/png"/>
  <Override PartName="/ppt/media/image4.svg" ContentType="image/svg"/>
  <Override PartName="/ppt/media/image7.png" ContentType="image/png"/>
  <Override PartName="/ppt/media/image11.png" ContentType="image/png"/>
  <Override PartName="/ppt/media/image6.svg" ContentType="image/svg"/>
  <Override PartName="/ppt/media/image9.png" ContentType="image/png"/>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49" r:id="rId3"/>
    <p:sldMasterId id="2147483650" r:id="rId4"/>
    <p:sldMasterId id="2147483651" r:id="rId5"/>
    <p:sldMasterId id="2147483652" r:id="rId6"/>
    <p:sldMasterId id="2147483653" r:id="rId7"/>
    <p:sldMasterId id="2147483654" r:id="rId8"/>
    <p:sldMasterId id="2147483655" r:id="rId9"/>
    <p:sldMasterId id="2147483656" r:id="rId10"/>
    <p:sldMasterId id="2147483659" r:id="rId11"/>
    <p:sldMasterId id="2147483660" r:id="rId12"/>
  </p:sldMasterIdLst>
  <p:sldIdLst>
    <p:sldId id="256" r:id="rId13"/>
    <p:sldId id="257" r:id="rId14"/>
    <p:sldId id="258" r:id="rId15"/>
    <p:sldId id="259" r:id="rId16"/>
    <p:sldId id="260" r:id="rId17"/>
    <p:sldId id="261" r:id="rId18"/>
    <p:sldId id="262" r:id="rId19"/>
    <p:sldId id="263" r:id="rId20"/>
  </p:sldIdLst>
  <p:sldSz cx="18288000" cy="10287000"/>
  <p:notesSz cx="7559675" cy="106918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Master" Target="slideMasters/slideMaster11.xml"/><Relationship Id="rId13" Type="http://schemas.openxmlformats.org/officeDocument/2006/relationships/slide" Target="slides/slide1.xml"/><Relationship Id="rId14" Type="http://schemas.openxmlformats.org/officeDocument/2006/relationships/slide" Target="slides/slide2.xml"/><Relationship Id="rId15" Type="http://schemas.openxmlformats.org/officeDocument/2006/relationships/slide" Target="slides/slide3.xml"/><Relationship Id="rId16" Type="http://schemas.openxmlformats.org/officeDocument/2006/relationships/slide" Target="slides/slide4.xml"/><Relationship Id="rId17" Type="http://schemas.openxmlformats.org/officeDocument/2006/relationships/slide" Target="slides/slide5.xml"/><Relationship Id="rId18" Type="http://schemas.openxmlformats.org/officeDocument/2006/relationships/slide" Target="slides/slide6.xml"/><Relationship Id="rId19" Type="http://schemas.openxmlformats.org/officeDocument/2006/relationships/slide" Target="slides/slide7.xml"/><Relationship Id="rId20" Type="http://schemas.openxmlformats.org/officeDocument/2006/relationships/slide" Target="slides/slide8.xml"/><Relationship Id="rId21"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9.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spTree>
      <p:nvGrpSpPr>
        <p:cNvPr id="1" name=""/>
        <p:cNvGrpSpPr/>
        <p:nvPr/>
      </p:nvGrpSpPr>
      <p:grpSpPr>
        <a:xfrm>
          <a:off x="0" y="0"/>
          <a:ext cx="0" cy="0"/>
          <a:chOff x="0" y="0"/>
          <a:chExt cx="0" cy="0"/>
        </a:xfrm>
      </p:grpSpPr>
      <p:sp>
        <p:nvSpPr>
          <p:cNvPr id="2" name="PlaceHolder 1"/>
          <p:cNvSpPr>
            <a:spLocks noGrp="1"/>
          </p:cNvSpPr>
          <p:nvPr>
            <p:ph type="ftr" idx="26"/>
          </p:nvPr>
        </p:nvSpPr>
        <p:spPr/>
        <p:txBody>
          <a:bodyPr/>
          <a:p>
            <a:r>
              <a:t>Footer</a:t>
            </a:r>
          </a:p>
        </p:txBody>
      </p:sp>
      <p:sp>
        <p:nvSpPr>
          <p:cNvPr id="3" name="PlaceHolder 2"/>
          <p:cNvSpPr>
            <a:spLocks noGrp="1"/>
          </p:cNvSpPr>
          <p:nvPr>
            <p:ph type="sldNum" idx="27"/>
          </p:nvPr>
        </p:nvSpPr>
        <p:spPr/>
        <p:txBody>
          <a:bodyPr/>
          <a:p>
            <a:fld id="{2035EB92-C34A-462B-904C-1CA2CDD67D65}" type="slidenum">
              <a:t>&lt;#&gt;</a:t>
            </a:fld>
          </a:p>
        </p:txBody>
      </p:sp>
      <p:sp>
        <p:nvSpPr>
          <p:cNvPr id="4" name="PlaceHolder 3"/>
          <p:cNvSpPr>
            <a:spLocks noGrp="1"/>
          </p:cNvSpPr>
          <p:nvPr>
            <p:ph type="dt" idx="25"/>
          </p:nvPr>
        </p:nvSpPr>
        <p:spPr/>
        <p:txBody>
          <a:bodyPr/>
          <a:p>
            <a:r>
              <a:rPr lang="fr-FR"/>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Blank">
    <p:spTree>
      <p:nvGrpSpPr>
        <p:cNvPr id="1" name=""/>
        <p:cNvGrpSpPr/>
        <p:nvPr/>
      </p:nvGrpSpPr>
      <p:grpSpPr>
        <a:xfrm>
          <a:off x="0" y="0"/>
          <a:ext cx="0" cy="0"/>
          <a:chOff x="0" y="0"/>
          <a:chExt cx="0" cy="0"/>
        </a:xfrm>
      </p:grpSpPr>
      <p:sp>
        <p:nvSpPr>
          <p:cNvPr id="47" name="PlaceHolder 1"/>
          <p:cNvSpPr>
            <a:spLocks noGrp="1"/>
          </p:cNvSpPr>
          <p:nvPr>
            <p:ph type="title"/>
          </p:nvPr>
        </p:nvSpPr>
        <p:spPr>
          <a:xfrm>
            <a:off x="914400" y="410400"/>
            <a:ext cx="16458840" cy="1717560"/>
          </a:xfrm>
          <a:prstGeom prst="rect">
            <a:avLst/>
          </a:prstGeom>
          <a:noFill/>
          <a:ln w="0">
            <a:noFill/>
          </a:ln>
        </p:spPr>
        <p:txBody>
          <a:bodyPr lIns="0" rIns="0" tIns="0" bIns="0" anchor="ctr">
            <a:spAutoFit/>
          </a:bodyPr>
          <a:p>
            <a:pPr indent="0">
              <a:buNone/>
            </a:pPr>
            <a:endParaRPr b="0" lang="en-US" sz="1800" strike="noStrike" u="none">
              <a:solidFill>
                <a:schemeClr val="dk1"/>
              </a:solidFill>
              <a:effectLst/>
              <a:uFillTx/>
              <a:latin typeface="Calibri"/>
            </a:endParaRPr>
          </a:p>
        </p:txBody>
      </p:sp>
      <p:sp>
        <p:nvSpPr>
          <p:cNvPr id="48" name="PlaceHolder 2"/>
          <p:cNvSpPr>
            <a:spLocks noGrp="1"/>
          </p:cNvSpPr>
          <p:nvPr>
            <p:ph type="subTitle"/>
          </p:nvPr>
        </p:nvSpPr>
        <p:spPr>
          <a:xfrm>
            <a:off x="914400" y="2406960"/>
            <a:ext cx="16458840" cy="5965920"/>
          </a:xfrm>
          <a:prstGeom prst="rect">
            <a:avLst/>
          </a:prstGeom>
          <a:noFill/>
          <a:ln w="0">
            <a:noFill/>
          </a:ln>
        </p:spPr>
        <p:txBody>
          <a:bodyPr lIns="0" rIns="0" tIns="0" bIns="0" anchor="ctr">
            <a:spAutoFit/>
          </a:bodyPr>
          <a:p>
            <a:pPr indent="0" algn="ctr">
              <a:buNone/>
            </a:pPr>
            <a:endParaRPr b="0" lang="fr-FR" sz="3200" strike="noStrike" u="none">
              <a:solidFill>
                <a:srgbClr val="000000"/>
              </a:solidFill>
              <a:effectLst/>
              <a:uFillTx/>
              <a:latin typeface="Arial"/>
            </a:endParaRPr>
          </a:p>
        </p:txBody>
      </p:sp>
      <p:sp>
        <p:nvSpPr>
          <p:cNvPr id="4" name="PlaceHolder 3"/>
          <p:cNvSpPr>
            <a:spLocks noGrp="1"/>
          </p:cNvSpPr>
          <p:nvPr>
            <p:ph type="ftr" idx="26"/>
          </p:nvPr>
        </p:nvSpPr>
        <p:spPr/>
        <p:txBody>
          <a:bodyPr/>
          <a:p>
            <a:r>
              <a:t>Footer</a:t>
            </a:r>
          </a:p>
        </p:txBody>
      </p:sp>
      <p:sp>
        <p:nvSpPr>
          <p:cNvPr id="5" name="PlaceHolder 4"/>
          <p:cNvSpPr>
            <a:spLocks noGrp="1"/>
          </p:cNvSpPr>
          <p:nvPr>
            <p:ph type="sldNum" idx="27"/>
          </p:nvPr>
        </p:nvSpPr>
        <p:spPr/>
        <p:txBody>
          <a:bodyPr/>
          <a:p>
            <a:fld id="{19D05719-537F-4A2B-9302-AD7D16B775B0}" type="slidenum">
              <a:t>&lt;#&gt;</a:t>
            </a:fld>
          </a:p>
        </p:txBody>
      </p:sp>
      <p:sp>
        <p:nvSpPr>
          <p:cNvPr id="6" name="PlaceHolder 5"/>
          <p:cNvSpPr>
            <a:spLocks noGrp="1"/>
          </p:cNvSpPr>
          <p:nvPr>
            <p:ph type="dt" idx="25"/>
          </p:nvPr>
        </p:nvSpPr>
        <p:spPr/>
        <p:txBody>
          <a:bodyPr/>
          <a:p>
            <a:r>
              <a:rPr lang="fr-FR"/>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
</Relationships>
</file>

<file path=ppt/slideMasters/_rels/slideMaster2.xml.rels><?xml version="1.0" encoding="UTF-8"?>
<Relationships xmlns="http://schemas.openxmlformats.org/package/2006/relationships"><Relationship Id="rId1" Type="http://schemas.openxmlformats.org/officeDocument/2006/relationships/theme" Target="../theme/theme2.xml"/>
</Relationships>
</file>

<file path=ppt/slideMasters/_rels/slideMaster3.xml.rels><?xml version="1.0" encoding="UTF-8"?>
<Relationships xmlns="http://schemas.openxmlformats.org/package/2006/relationships"><Relationship Id="rId1" Type="http://schemas.openxmlformats.org/officeDocument/2006/relationships/theme" Target="../theme/theme3.xml"/>
</Relationships>
</file>

<file path=ppt/slideMasters/_rels/slideMaster4.xml.rels><?xml version="1.0" encoding="UTF-8"?>
<Relationships xmlns="http://schemas.openxmlformats.org/package/2006/relationships"><Relationship Id="rId1" Type="http://schemas.openxmlformats.org/officeDocument/2006/relationships/theme" Target="../theme/theme4.xml"/>
</Relationships>
</file>

<file path=ppt/slideMasters/_rels/slideMaster5.xml.rels><?xml version="1.0" encoding="UTF-8"?>
<Relationships xmlns="http://schemas.openxmlformats.org/package/2006/relationships"><Relationship Id="rId1" Type="http://schemas.openxmlformats.org/officeDocument/2006/relationships/theme" Target="../theme/theme5.xml"/>
</Relationships>
</file>

<file path=ppt/slideMasters/_rels/slideMaster6.xml.rels><?xml version="1.0" encoding="UTF-8"?>
<Relationships xmlns="http://schemas.openxmlformats.org/package/2006/relationships"><Relationship Id="rId1" Type="http://schemas.openxmlformats.org/officeDocument/2006/relationships/theme" Target="../theme/theme6.xml"/>
</Relationships>
</file>

<file path=ppt/slideMasters/_rels/slideMaster7.xml.rels><?xml version="1.0" encoding="UTF-8"?>
<Relationships xmlns="http://schemas.openxmlformats.org/package/2006/relationships"><Relationship Id="rId1" Type="http://schemas.openxmlformats.org/officeDocument/2006/relationships/theme" Target="../theme/theme7.xml"/>
</Relationships>
</file>

<file path=ppt/slideMasters/_rels/slideMaster8.xml.rels><?xml version="1.0" encoding="UTF-8"?>
<Relationships xmlns="http://schemas.openxmlformats.org/package/2006/relationships"><Relationship Id="rId1" Type="http://schemas.openxmlformats.org/officeDocument/2006/relationships/theme" Target="../theme/theme8.xml"/>
</Relationships>
</file>

<file path=ppt/slideMasters/_rels/slideMaster9.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slideLayout" Target="../slideLayouts/slideLayout1.xml"/><Relationship Id="rId3" Type="http://schemas.openxmlformats.org/officeDocument/2006/relationships/slideLayout" Target="../slideLayouts/slideLayout2.xml"/>
</Relationships>
</file>

<file path=ppt/slideMasters/_rels/slideMaster10.xml.rels><?xml version="1.0" encoding="UTF-8"?>
<Relationships xmlns="http://schemas.openxmlformats.org/package/2006/relationships"><Relationship Id="rId1" Type="http://schemas.openxmlformats.org/officeDocument/2006/relationships/theme" Target="../theme/theme10.xml"/>
</Relationships>
</file>

<file path=ppt/slideMasters/_rels/slideMaster11.xml.rels><?xml version="1.0" encoding="UTF-8"?>
<Relationships xmlns="http://schemas.openxmlformats.org/package/2006/relationships"><Relationship Id="rId1" Type="http://schemas.openxmlformats.org/officeDocument/2006/relationships/theme" Target="../theme/theme1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685800" y="2130480"/>
            <a:ext cx="7772040" cy="1469520"/>
          </a:xfrm>
          <a:prstGeom prst="rect">
            <a:avLst/>
          </a:prstGeom>
          <a:noFill/>
          <a:ln w="0">
            <a:noFill/>
          </a:ln>
        </p:spPr>
        <p:txBody>
          <a:bodyPr lIns="91440" rIns="91440" tIns="45720" bIns="45720" anchor="ctr">
            <a:noAutofit/>
          </a:bodyPr>
          <a:p>
            <a:pPr indent="0" algn="ctr" defTabSz="914400">
              <a:lnSpc>
                <a:spcPct val="100000"/>
              </a:lnSpc>
              <a:buNone/>
            </a:pPr>
            <a:r>
              <a:rPr b="0" lang="en-US" sz="4400" strike="noStrike" u="none">
                <a:solidFill>
                  <a:schemeClr val="dk1"/>
                </a:solidFill>
                <a:effectLst/>
                <a:uFillTx/>
                <a:latin typeface="Calibri"/>
              </a:rPr>
              <a:t>Click to edit Master title style</a:t>
            </a:r>
            <a:endParaRPr b="0" lang="en-US" sz="4400" strike="noStrike" u="none">
              <a:solidFill>
                <a:schemeClr val="dk1"/>
              </a:solidFill>
              <a:effectLst/>
              <a:uFillTx/>
              <a:latin typeface="Calibri"/>
            </a:endParaRPr>
          </a:p>
        </p:txBody>
      </p:sp>
      <p:sp>
        <p:nvSpPr>
          <p:cNvPr id="1" name="PlaceHolder 2"/>
          <p:cNvSpPr>
            <a:spLocks noGrp="1"/>
          </p:cNvSpPr>
          <p:nvPr>
            <p:ph type="dt" idx="1"/>
          </p:nvPr>
        </p:nvSpPr>
        <p:spPr>
          <a:xfrm>
            <a:off x="457200" y="6356520"/>
            <a:ext cx="2133360" cy="364680"/>
          </a:xfrm>
          <a:prstGeom prst="rect">
            <a:avLst/>
          </a:prstGeom>
          <a:noFill/>
          <a:ln w="0">
            <a:noFill/>
          </a:ln>
        </p:spPr>
        <p:txBody>
          <a:bodyPr lIns="91440" rIns="91440" tIns="45720" bIns="45720" anchor="ctr">
            <a:noAutofit/>
          </a:bodyPr>
          <a:lstStyle>
            <a:lvl1pPr indent="0" defTabSz="914400">
              <a:lnSpc>
                <a:spcPct val="100000"/>
              </a:lnSpc>
              <a:buNone/>
              <a:defRPr b="0" lang="en-US" sz="1200" strike="noStrike" u="none">
                <a:solidFill>
                  <a:schemeClr val="dk1">
                    <a:tint val="75000"/>
                  </a:schemeClr>
                </a:solidFill>
                <a:effectLst/>
                <a:uFillTx/>
                <a:latin typeface="Calibri"/>
              </a:defRPr>
            </a:lvl1pPr>
          </a:lstStyle>
          <a:p>
            <a:pPr indent="0" defTabSz="914400">
              <a:lnSpc>
                <a:spcPct val="100000"/>
              </a:lnSpc>
              <a:buNone/>
            </a:pPr>
            <a:r>
              <a:rPr b="0" lang="en-US" sz="1200" strike="noStrike" u="none">
                <a:solidFill>
                  <a:schemeClr val="dk1">
                    <a:tint val="75000"/>
                  </a:schemeClr>
                </a:solidFill>
                <a:effectLst/>
                <a:uFillTx/>
                <a:latin typeface="Calibri"/>
              </a:rPr>
              <a:t>&lt;date/time&gt;</a:t>
            </a:r>
            <a:endParaRPr b="0" lang="fr-FR" sz="1200" strike="noStrike" u="none">
              <a:solidFill>
                <a:srgbClr val="000000"/>
              </a:solidFill>
              <a:effectLst/>
              <a:uFillTx/>
              <a:latin typeface="Times New Roman"/>
            </a:endParaRPr>
          </a:p>
        </p:txBody>
      </p:sp>
      <p:sp>
        <p:nvSpPr>
          <p:cNvPr id="2" name="PlaceHolder 3"/>
          <p:cNvSpPr>
            <a:spLocks noGrp="1"/>
          </p:cNvSpPr>
          <p:nvPr>
            <p:ph type="ftr" idx="2"/>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fr-FR" sz="1400" strike="noStrike" u="none">
                <a:solidFill>
                  <a:srgbClr val="000000"/>
                </a:solidFill>
                <a:effectLst/>
                <a:uFillTx/>
                <a:latin typeface="Times New Roman"/>
              </a:defRPr>
            </a:lvl1pPr>
          </a:lstStyle>
          <a:p>
            <a:pPr indent="0" algn="ctr">
              <a:buNone/>
            </a:pPr>
            <a:r>
              <a:rPr b="0" lang="fr-FR" sz="1400" strike="noStrike" u="none">
                <a:solidFill>
                  <a:srgbClr val="000000"/>
                </a:solidFill>
                <a:effectLst/>
                <a:uFillTx/>
                <a:latin typeface="Times New Roman"/>
              </a:rPr>
              <a:t>&lt;footer&gt;</a:t>
            </a:r>
            <a:endParaRPr b="0" lang="fr-FR" sz="1400" strike="noStrike" u="none">
              <a:solidFill>
                <a:srgbClr val="000000"/>
              </a:solidFill>
              <a:effectLst/>
              <a:uFillTx/>
              <a:latin typeface="Times New Roman"/>
            </a:endParaRPr>
          </a:p>
        </p:txBody>
      </p:sp>
      <p:sp>
        <p:nvSpPr>
          <p:cNvPr id="3" name="PlaceHolder 4"/>
          <p:cNvSpPr>
            <a:spLocks noGrp="1"/>
          </p:cNvSpPr>
          <p:nvPr>
            <p:ph type="sldNum" idx="3"/>
          </p:nvPr>
        </p:nvSpPr>
        <p:spPr>
          <a:xfrm>
            <a:off x="6553080" y="6356520"/>
            <a:ext cx="213336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1200" strike="noStrike" u="none">
                <a:solidFill>
                  <a:schemeClr val="dk1">
                    <a:tint val="75000"/>
                  </a:schemeClr>
                </a:solidFill>
                <a:effectLst/>
                <a:uFillTx/>
                <a:latin typeface="Calibri"/>
              </a:defRPr>
            </a:lvl1pPr>
          </a:lstStyle>
          <a:p>
            <a:pPr indent="0" algn="r" defTabSz="914400">
              <a:lnSpc>
                <a:spcPct val="100000"/>
              </a:lnSpc>
              <a:buNone/>
            </a:pPr>
            <a:fld id="{4D10B4CA-E25C-4CF4-A5C8-FD40C35DF86F}" type="slidenum">
              <a:rPr b="0" lang="en-US" sz="1200" strike="noStrike" u="none">
                <a:solidFill>
                  <a:schemeClr val="dk1">
                    <a:tint val="75000"/>
                  </a:schemeClr>
                </a:solidFill>
                <a:effectLst/>
                <a:uFillTx/>
                <a:latin typeface="Calibri"/>
              </a:rPr>
              <a:t>&lt;number&gt;</a:t>
            </a:fld>
            <a:endParaRPr b="0" lang="fr-FR" sz="1200" strike="noStrike" u="non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 name="PlaceHolder 1"/>
          <p:cNvSpPr>
            <a:spLocks noGrp="1"/>
          </p:cNvSpPr>
          <p:nvPr>
            <p:ph type="title"/>
          </p:nvPr>
        </p:nvSpPr>
        <p:spPr>
          <a:xfrm>
            <a:off x="457200" y="274680"/>
            <a:ext cx="8229240" cy="1142640"/>
          </a:xfrm>
          <a:prstGeom prst="rect">
            <a:avLst/>
          </a:prstGeom>
          <a:noFill/>
          <a:ln w="0">
            <a:noFill/>
          </a:ln>
        </p:spPr>
        <p:txBody>
          <a:bodyPr lIns="91440" rIns="91440" tIns="45720" bIns="45720" anchor="ctr">
            <a:noAutofit/>
          </a:bodyPr>
          <a:p>
            <a:pPr indent="0" algn="ctr" defTabSz="914400">
              <a:lnSpc>
                <a:spcPct val="100000"/>
              </a:lnSpc>
              <a:buNone/>
            </a:pPr>
            <a:r>
              <a:rPr b="0" lang="en-US" sz="4400" strike="noStrike" u="none">
                <a:solidFill>
                  <a:schemeClr val="dk1"/>
                </a:solidFill>
                <a:effectLst/>
                <a:uFillTx/>
                <a:latin typeface="Calibri"/>
              </a:rPr>
              <a:t>Click to edit Master title style</a:t>
            </a:r>
            <a:endParaRPr b="0" lang="en-US" sz="4400" strike="noStrike" u="none">
              <a:solidFill>
                <a:schemeClr val="dk1"/>
              </a:solidFill>
              <a:effectLst/>
              <a:uFillTx/>
              <a:latin typeface="Calibri"/>
            </a:endParaRPr>
          </a:p>
        </p:txBody>
      </p:sp>
      <p:sp>
        <p:nvSpPr>
          <p:cNvPr id="5" name="PlaceHolder 2"/>
          <p:cNvSpPr>
            <a:spLocks noGrp="1"/>
          </p:cNvSpPr>
          <p:nvPr>
            <p:ph type="body"/>
          </p:nvPr>
        </p:nvSpPr>
        <p:spPr>
          <a:xfrm>
            <a:off x="457200" y="1600200"/>
            <a:ext cx="8229240" cy="4525560"/>
          </a:xfrm>
          <a:prstGeom prst="rect">
            <a:avLst/>
          </a:prstGeom>
          <a:noFill/>
          <a:ln w="0">
            <a:noFill/>
          </a:ln>
        </p:spPr>
        <p:txBody>
          <a:bodyPr lIns="91440" rIns="91440" tIns="45720" bIns="45720" anchor="t" vert="eaVert">
            <a:noAutofit/>
          </a:bodyPr>
          <a:p>
            <a:pPr marL="432000" indent="-324000" defTabSz="914400">
              <a:lnSpc>
                <a:spcPct val="100000"/>
              </a:lnSpc>
              <a:spcBef>
                <a:spcPts val="641"/>
              </a:spcBef>
              <a:buClr>
                <a:srgbClr val="000000"/>
              </a:buClr>
              <a:buSzPct val="45000"/>
              <a:buFont typeface="Wingdings" charset="2"/>
              <a:buChar char=""/>
            </a:pPr>
            <a:r>
              <a:rPr b="0" lang="en-US" sz="3200" strike="noStrike" u="none">
                <a:solidFill>
                  <a:schemeClr val="dk1"/>
                </a:solidFill>
                <a:effectLst/>
                <a:uFillTx/>
                <a:latin typeface="Calibri"/>
              </a:rPr>
              <a:t>Click to edit Master text styles</a:t>
            </a:r>
            <a:endParaRPr b="0" lang="en-US" sz="3200" strike="noStrike" u="none">
              <a:solidFill>
                <a:schemeClr val="dk1"/>
              </a:solidFill>
              <a:effectLst/>
              <a:uFillTx/>
              <a:latin typeface="Calibri"/>
            </a:endParaRPr>
          </a:p>
          <a:p>
            <a:pPr lvl="1" marL="864000" indent="-324000" defTabSz="914400">
              <a:lnSpc>
                <a:spcPct val="100000"/>
              </a:lnSpc>
              <a:spcBef>
                <a:spcPts val="561"/>
              </a:spcBef>
              <a:buClr>
                <a:srgbClr val="000000"/>
              </a:buClr>
              <a:buSzPct val="75000"/>
              <a:buFont typeface="Symbol" charset="2"/>
              <a:buChar char=""/>
            </a:pPr>
            <a:r>
              <a:rPr b="0" lang="en-US" sz="2800" strike="noStrike" u="none">
                <a:solidFill>
                  <a:schemeClr val="dk1"/>
                </a:solidFill>
                <a:effectLst/>
                <a:uFillTx/>
                <a:latin typeface="Calibri"/>
              </a:rPr>
              <a:t>Second level</a:t>
            </a:r>
            <a:endParaRPr b="0" lang="en-US" sz="2800" strike="noStrike" u="none">
              <a:solidFill>
                <a:schemeClr val="dk1"/>
              </a:solidFill>
              <a:effectLst/>
              <a:uFillTx/>
              <a:latin typeface="Calibri"/>
            </a:endParaRPr>
          </a:p>
          <a:p>
            <a:pPr lvl="2" marL="1296000" indent="-288000" defTabSz="914400">
              <a:lnSpc>
                <a:spcPct val="100000"/>
              </a:lnSpc>
              <a:spcBef>
                <a:spcPts val="479"/>
              </a:spcBef>
              <a:buClr>
                <a:srgbClr val="000000"/>
              </a:buClr>
              <a:buSzPct val="45000"/>
              <a:buFont typeface="Wingdings" charset="2"/>
              <a:buChar char=""/>
            </a:pPr>
            <a:r>
              <a:rPr b="0" lang="en-US" sz="2400" strike="noStrike" u="none">
                <a:solidFill>
                  <a:schemeClr val="dk1"/>
                </a:solidFill>
                <a:effectLst/>
                <a:uFillTx/>
                <a:latin typeface="Calibri"/>
              </a:rPr>
              <a:t>Third level</a:t>
            </a:r>
            <a:endParaRPr b="0" lang="en-US" sz="2400" strike="noStrike" u="none">
              <a:solidFill>
                <a:schemeClr val="dk1"/>
              </a:solidFill>
              <a:effectLst/>
              <a:uFillTx/>
              <a:latin typeface="Calibri"/>
            </a:endParaRPr>
          </a:p>
          <a:p>
            <a:pPr lvl="3" marL="1728000" indent="-216000" defTabSz="914400">
              <a:lnSpc>
                <a:spcPct val="100000"/>
              </a:lnSpc>
              <a:spcBef>
                <a:spcPts val="400"/>
              </a:spcBef>
              <a:buClr>
                <a:srgbClr val="000000"/>
              </a:buClr>
              <a:buSzPct val="75000"/>
              <a:buFont typeface="Symbol" charset="2"/>
              <a:buChar char=""/>
            </a:pPr>
            <a:r>
              <a:rPr b="0" lang="en-US" sz="2000" strike="noStrike" u="none">
                <a:solidFill>
                  <a:schemeClr val="dk1"/>
                </a:solidFill>
                <a:effectLst/>
                <a:uFillTx/>
                <a:latin typeface="Calibri"/>
              </a:rPr>
              <a:t>Fourth level</a:t>
            </a:r>
            <a:endParaRPr b="0" lang="en-US" sz="2000" strike="noStrike" u="none">
              <a:solidFill>
                <a:schemeClr val="dk1"/>
              </a:solidFill>
              <a:effectLst/>
              <a:uFillTx/>
              <a:latin typeface="Calibri"/>
            </a:endParaRPr>
          </a:p>
          <a:p>
            <a:pPr lvl="4" marL="2160000" indent="-216000" defTabSz="914400">
              <a:lnSpc>
                <a:spcPct val="100000"/>
              </a:lnSpc>
              <a:spcBef>
                <a:spcPts val="400"/>
              </a:spcBef>
              <a:buClr>
                <a:srgbClr val="000000"/>
              </a:buClr>
              <a:buSzPct val="45000"/>
              <a:buFont typeface="Wingdings" charset="2"/>
              <a:buChar char=""/>
            </a:pPr>
            <a:r>
              <a:rPr b="0" lang="en-US" sz="2000" strike="noStrike" u="none">
                <a:solidFill>
                  <a:schemeClr val="dk1"/>
                </a:solidFill>
                <a:effectLst/>
                <a:uFillTx/>
                <a:latin typeface="Calibri"/>
              </a:rPr>
              <a:t>Fifth level</a:t>
            </a:r>
            <a:endParaRPr b="0" lang="en-US" sz="2000" strike="noStrike" u="none">
              <a:solidFill>
                <a:schemeClr val="dk1"/>
              </a:solidFill>
              <a:effectLst/>
              <a:uFillTx/>
              <a:latin typeface="Calibri"/>
            </a:endParaRPr>
          </a:p>
        </p:txBody>
      </p:sp>
      <p:sp>
        <p:nvSpPr>
          <p:cNvPr id="6" name="PlaceHolder 3"/>
          <p:cNvSpPr>
            <a:spLocks noGrp="1"/>
          </p:cNvSpPr>
          <p:nvPr>
            <p:ph type="dt" idx="4"/>
          </p:nvPr>
        </p:nvSpPr>
        <p:spPr>
          <a:xfrm>
            <a:off x="457200" y="6356520"/>
            <a:ext cx="2133360" cy="364680"/>
          </a:xfrm>
          <a:prstGeom prst="rect">
            <a:avLst/>
          </a:prstGeom>
          <a:noFill/>
          <a:ln w="0">
            <a:noFill/>
          </a:ln>
        </p:spPr>
        <p:txBody>
          <a:bodyPr lIns="91440" rIns="91440" tIns="45720" bIns="45720" anchor="ctr">
            <a:noAutofit/>
          </a:bodyPr>
          <a:lstStyle>
            <a:lvl1pPr indent="0" defTabSz="914400">
              <a:lnSpc>
                <a:spcPct val="100000"/>
              </a:lnSpc>
              <a:buNone/>
              <a:defRPr b="0" lang="en-US" sz="1200" strike="noStrike" u="none">
                <a:solidFill>
                  <a:schemeClr val="dk1">
                    <a:tint val="75000"/>
                  </a:schemeClr>
                </a:solidFill>
                <a:effectLst/>
                <a:uFillTx/>
                <a:latin typeface="Calibri"/>
              </a:defRPr>
            </a:lvl1pPr>
          </a:lstStyle>
          <a:p>
            <a:pPr indent="0" defTabSz="914400">
              <a:lnSpc>
                <a:spcPct val="100000"/>
              </a:lnSpc>
              <a:buNone/>
            </a:pPr>
            <a:r>
              <a:rPr b="0" lang="en-US" sz="1200" strike="noStrike" u="none">
                <a:solidFill>
                  <a:schemeClr val="dk1">
                    <a:tint val="75000"/>
                  </a:schemeClr>
                </a:solidFill>
                <a:effectLst/>
                <a:uFillTx/>
                <a:latin typeface="Calibri"/>
              </a:rPr>
              <a:t>&lt;date/time&gt;</a:t>
            </a:r>
            <a:endParaRPr b="0" lang="fr-FR" sz="1200" strike="noStrike" u="none">
              <a:solidFill>
                <a:srgbClr val="000000"/>
              </a:solidFill>
              <a:effectLst/>
              <a:uFillTx/>
              <a:latin typeface="Times New Roman"/>
            </a:endParaRPr>
          </a:p>
        </p:txBody>
      </p:sp>
      <p:sp>
        <p:nvSpPr>
          <p:cNvPr id="7" name="PlaceHolder 4"/>
          <p:cNvSpPr>
            <a:spLocks noGrp="1"/>
          </p:cNvSpPr>
          <p:nvPr>
            <p:ph type="ftr" idx="5"/>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fr-FR" sz="1400" strike="noStrike" u="none">
                <a:solidFill>
                  <a:srgbClr val="000000"/>
                </a:solidFill>
                <a:effectLst/>
                <a:uFillTx/>
                <a:latin typeface="Times New Roman"/>
              </a:defRPr>
            </a:lvl1pPr>
          </a:lstStyle>
          <a:p>
            <a:pPr indent="0" algn="ctr">
              <a:buNone/>
            </a:pPr>
            <a:r>
              <a:rPr b="0" lang="fr-FR" sz="1400" strike="noStrike" u="none">
                <a:solidFill>
                  <a:srgbClr val="000000"/>
                </a:solidFill>
                <a:effectLst/>
                <a:uFillTx/>
                <a:latin typeface="Times New Roman"/>
              </a:rPr>
              <a:t>&lt;footer&gt;</a:t>
            </a:r>
            <a:endParaRPr b="0" lang="fr-FR" sz="1400" strike="noStrike" u="none">
              <a:solidFill>
                <a:srgbClr val="000000"/>
              </a:solidFill>
              <a:effectLst/>
              <a:uFillTx/>
              <a:latin typeface="Times New Roman"/>
            </a:endParaRPr>
          </a:p>
        </p:txBody>
      </p:sp>
      <p:sp>
        <p:nvSpPr>
          <p:cNvPr id="8" name="PlaceHolder 5"/>
          <p:cNvSpPr>
            <a:spLocks noGrp="1"/>
          </p:cNvSpPr>
          <p:nvPr>
            <p:ph type="sldNum" idx="6"/>
          </p:nvPr>
        </p:nvSpPr>
        <p:spPr>
          <a:xfrm>
            <a:off x="6553080" y="6356520"/>
            <a:ext cx="213336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1200" strike="noStrike" u="none">
                <a:solidFill>
                  <a:schemeClr val="dk1">
                    <a:tint val="75000"/>
                  </a:schemeClr>
                </a:solidFill>
                <a:effectLst/>
                <a:uFillTx/>
                <a:latin typeface="Calibri"/>
              </a:defRPr>
            </a:lvl1pPr>
          </a:lstStyle>
          <a:p>
            <a:pPr indent="0" algn="r" defTabSz="914400">
              <a:lnSpc>
                <a:spcPct val="100000"/>
              </a:lnSpc>
              <a:buNone/>
            </a:pPr>
            <a:fld id="{C7FB375B-CC9C-43DE-AA3A-0CF1C3291B71}" type="slidenum">
              <a:rPr b="0" lang="en-US" sz="1200" strike="noStrike" u="none">
                <a:solidFill>
                  <a:schemeClr val="dk1">
                    <a:tint val="75000"/>
                  </a:schemeClr>
                </a:solidFill>
                <a:effectLst/>
                <a:uFillTx/>
                <a:latin typeface="Calibri"/>
              </a:rPr>
              <a:t>&lt;number&gt;</a:t>
            </a:fld>
            <a:endParaRPr b="0" lang="fr-FR" sz="1200" strike="noStrike" u="non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9" name="PlaceHolder 1"/>
          <p:cNvSpPr>
            <a:spLocks noGrp="1"/>
          </p:cNvSpPr>
          <p:nvPr>
            <p:ph type="title"/>
          </p:nvPr>
        </p:nvSpPr>
        <p:spPr>
          <a:xfrm>
            <a:off x="6629400" y="274680"/>
            <a:ext cx="2057040" cy="5851080"/>
          </a:xfrm>
          <a:prstGeom prst="rect">
            <a:avLst/>
          </a:prstGeom>
          <a:noFill/>
          <a:ln w="0">
            <a:noFill/>
          </a:ln>
        </p:spPr>
        <p:txBody>
          <a:bodyPr lIns="91440" rIns="91440" tIns="45720" bIns="45720" anchor="t" anchorCtr="1" vert="eaVert">
            <a:noAutofit/>
          </a:bodyPr>
          <a:p>
            <a:pPr indent="0" algn="ctr" defTabSz="914400">
              <a:lnSpc>
                <a:spcPct val="100000"/>
              </a:lnSpc>
              <a:buNone/>
            </a:pPr>
            <a:r>
              <a:rPr b="0" lang="en-US" sz="4400" strike="noStrike" u="none">
                <a:solidFill>
                  <a:schemeClr val="dk1"/>
                </a:solidFill>
                <a:effectLst/>
                <a:uFillTx/>
                <a:latin typeface="Calibri"/>
              </a:rPr>
              <a:t>Click to edit Master title style</a:t>
            </a:r>
            <a:endParaRPr b="0" lang="en-US" sz="4400" strike="noStrike" u="none">
              <a:solidFill>
                <a:schemeClr val="dk1"/>
              </a:solidFill>
              <a:effectLst/>
              <a:uFillTx/>
              <a:latin typeface="Calibri"/>
            </a:endParaRPr>
          </a:p>
        </p:txBody>
      </p:sp>
      <p:sp>
        <p:nvSpPr>
          <p:cNvPr id="10" name="PlaceHolder 2"/>
          <p:cNvSpPr>
            <a:spLocks noGrp="1"/>
          </p:cNvSpPr>
          <p:nvPr>
            <p:ph type="body"/>
          </p:nvPr>
        </p:nvSpPr>
        <p:spPr>
          <a:xfrm>
            <a:off x="457200" y="274680"/>
            <a:ext cx="6019560" cy="5851080"/>
          </a:xfrm>
          <a:prstGeom prst="rect">
            <a:avLst/>
          </a:prstGeom>
          <a:noFill/>
          <a:ln w="0">
            <a:noFill/>
          </a:ln>
        </p:spPr>
        <p:txBody>
          <a:bodyPr lIns="91440" rIns="91440" tIns="45720" bIns="45720" anchor="t" vert="eaVert">
            <a:noAutofit/>
          </a:bodyPr>
          <a:p>
            <a:pPr marL="432000" indent="-324000" defTabSz="914400">
              <a:lnSpc>
                <a:spcPct val="100000"/>
              </a:lnSpc>
              <a:spcBef>
                <a:spcPts val="641"/>
              </a:spcBef>
              <a:buClr>
                <a:srgbClr val="000000"/>
              </a:buClr>
              <a:buSzPct val="45000"/>
              <a:buFont typeface="Wingdings" charset="2"/>
              <a:buChar char=""/>
            </a:pPr>
            <a:r>
              <a:rPr b="0" lang="en-US" sz="3200" strike="noStrike" u="none">
                <a:solidFill>
                  <a:schemeClr val="dk1"/>
                </a:solidFill>
                <a:effectLst/>
                <a:uFillTx/>
                <a:latin typeface="Calibri"/>
              </a:rPr>
              <a:t>Click to edit Master text styles</a:t>
            </a:r>
            <a:endParaRPr b="0" lang="en-US" sz="3200" strike="noStrike" u="none">
              <a:solidFill>
                <a:schemeClr val="dk1"/>
              </a:solidFill>
              <a:effectLst/>
              <a:uFillTx/>
              <a:latin typeface="Calibri"/>
            </a:endParaRPr>
          </a:p>
          <a:p>
            <a:pPr lvl="1" marL="864000" indent="-324000" defTabSz="914400">
              <a:lnSpc>
                <a:spcPct val="100000"/>
              </a:lnSpc>
              <a:spcBef>
                <a:spcPts val="561"/>
              </a:spcBef>
              <a:buClr>
                <a:srgbClr val="000000"/>
              </a:buClr>
              <a:buSzPct val="75000"/>
              <a:buFont typeface="Symbol" charset="2"/>
              <a:buChar char=""/>
            </a:pPr>
            <a:r>
              <a:rPr b="0" lang="en-US" sz="2800" strike="noStrike" u="none">
                <a:solidFill>
                  <a:schemeClr val="dk1"/>
                </a:solidFill>
                <a:effectLst/>
                <a:uFillTx/>
                <a:latin typeface="Calibri"/>
              </a:rPr>
              <a:t>Second level</a:t>
            </a:r>
            <a:endParaRPr b="0" lang="en-US" sz="2800" strike="noStrike" u="none">
              <a:solidFill>
                <a:schemeClr val="dk1"/>
              </a:solidFill>
              <a:effectLst/>
              <a:uFillTx/>
              <a:latin typeface="Calibri"/>
            </a:endParaRPr>
          </a:p>
          <a:p>
            <a:pPr lvl="2" marL="1296000" indent="-288000" defTabSz="914400">
              <a:lnSpc>
                <a:spcPct val="100000"/>
              </a:lnSpc>
              <a:spcBef>
                <a:spcPts val="479"/>
              </a:spcBef>
              <a:buClr>
                <a:srgbClr val="000000"/>
              </a:buClr>
              <a:buSzPct val="45000"/>
              <a:buFont typeface="Wingdings" charset="2"/>
              <a:buChar char=""/>
            </a:pPr>
            <a:r>
              <a:rPr b="0" lang="en-US" sz="2400" strike="noStrike" u="none">
                <a:solidFill>
                  <a:schemeClr val="dk1"/>
                </a:solidFill>
                <a:effectLst/>
                <a:uFillTx/>
                <a:latin typeface="Calibri"/>
              </a:rPr>
              <a:t>Third level</a:t>
            </a:r>
            <a:endParaRPr b="0" lang="en-US" sz="2400" strike="noStrike" u="none">
              <a:solidFill>
                <a:schemeClr val="dk1"/>
              </a:solidFill>
              <a:effectLst/>
              <a:uFillTx/>
              <a:latin typeface="Calibri"/>
            </a:endParaRPr>
          </a:p>
          <a:p>
            <a:pPr lvl="3" marL="1728000" indent="-216000" defTabSz="914400">
              <a:lnSpc>
                <a:spcPct val="100000"/>
              </a:lnSpc>
              <a:spcBef>
                <a:spcPts val="400"/>
              </a:spcBef>
              <a:buClr>
                <a:srgbClr val="000000"/>
              </a:buClr>
              <a:buSzPct val="75000"/>
              <a:buFont typeface="Symbol" charset="2"/>
              <a:buChar char=""/>
            </a:pPr>
            <a:r>
              <a:rPr b="0" lang="en-US" sz="2000" strike="noStrike" u="none">
                <a:solidFill>
                  <a:schemeClr val="dk1"/>
                </a:solidFill>
                <a:effectLst/>
                <a:uFillTx/>
                <a:latin typeface="Calibri"/>
              </a:rPr>
              <a:t>Fourth level</a:t>
            </a:r>
            <a:endParaRPr b="0" lang="en-US" sz="2000" strike="noStrike" u="none">
              <a:solidFill>
                <a:schemeClr val="dk1"/>
              </a:solidFill>
              <a:effectLst/>
              <a:uFillTx/>
              <a:latin typeface="Calibri"/>
            </a:endParaRPr>
          </a:p>
          <a:p>
            <a:pPr lvl="4" marL="2160000" indent="-216000" defTabSz="914400">
              <a:lnSpc>
                <a:spcPct val="100000"/>
              </a:lnSpc>
              <a:spcBef>
                <a:spcPts val="400"/>
              </a:spcBef>
              <a:buClr>
                <a:srgbClr val="000000"/>
              </a:buClr>
              <a:buSzPct val="45000"/>
              <a:buFont typeface="Wingdings" charset="2"/>
              <a:buChar char=""/>
            </a:pPr>
            <a:r>
              <a:rPr b="0" lang="en-US" sz="2000" strike="noStrike" u="none">
                <a:solidFill>
                  <a:schemeClr val="dk1"/>
                </a:solidFill>
                <a:effectLst/>
                <a:uFillTx/>
                <a:latin typeface="Calibri"/>
              </a:rPr>
              <a:t>Fifth level</a:t>
            </a:r>
            <a:endParaRPr b="0" lang="en-US" sz="2000" strike="noStrike" u="none">
              <a:solidFill>
                <a:schemeClr val="dk1"/>
              </a:solidFill>
              <a:effectLst/>
              <a:uFillTx/>
              <a:latin typeface="Calibri"/>
            </a:endParaRPr>
          </a:p>
        </p:txBody>
      </p:sp>
      <p:sp>
        <p:nvSpPr>
          <p:cNvPr id="11" name="PlaceHolder 3"/>
          <p:cNvSpPr>
            <a:spLocks noGrp="1"/>
          </p:cNvSpPr>
          <p:nvPr>
            <p:ph type="dt" idx="7"/>
          </p:nvPr>
        </p:nvSpPr>
        <p:spPr>
          <a:xfrm>
            <a:off x="457200" y="6356520"/>
            <a:ext cx="2133360" cy="364680"/>
          </a:xfrm>
          <a:prstGeom prst="rect">
            <a:avLst/>
          </a:prstGeom>
          <a:noFill/>
          <a:ln w="0">
            <a:noFill/>
          </a:ln>
        </p:spPr>
        <p:txBody>
          <a:bodyPr lIns="91440" rIns="91440" tIns="45720" bIns="45720" anchor="ctr">
            <a:noAutofit/>
          </a:bodyPr>
          <a:lstStyle>
            <a:lvl1pPr indent="0" defTabSz="914400">
              <a:lnSpc>
                <a:spcPct val="100000"/>
              </a:lnSpc>
              <a:buNone/>
              <a:defRPr b="0" lang="en-US" sz="1200" strike="noStrike" u="none">
                <a:solidFill>
                  <a:schemeClr val="dk1">
                    <a:tint val="75000"/>
                  </a:schemeClr>
                </a:solidFill>
                <a:effectLst/>
                <a:uFillTx/>
                <a:latin typeface="Calibri"/>
              </a:defRPr>
            </a:lvl1pPr>
          </a:lstStyle>
          <a:p>
            <a:pPr indent="0" defTabSz="914400">
              <a:lnSpc>
                <a:spcPct val="100000"/>
              </a:lnSpc>
              <a:buNone/>
            </a:pPr>
            <a:r>
              <a:rPr b="0" lang="en-US" sz="1200" strike="noStrike" u="none">
                <a:solidFill>
                  <a:schemeClr val="dk1">
                    <a:tint val="75000"/>
                  </a:schemeClr>
                </a:solidFill>
                <a:effectLst/>
                <a:uFillTx/>
                <a:latin typeface="Calibri"/>
              </a:rPr>
              <a:t>&lt;date/time&gt;</a:t>
            </a:r>
            <a:endParaRPr b="0" lang="fr-FR" sz="1200" strike="noStrike" u="none">
              <a:solidFill>
                <a:srgbClr val="000000"/>
              </a:solidFill>
              <a:effectLst/>
              <a:uFillTx/>
              <a:latin typeface="Times New Roman"/>
            </a:endParaRPr>
          </a:p>
        </p:txBody>
      </p:sp>
      <p:sp>
        <p:nvSpPr>
          <p:cNvPr id="12" name="PlaceHolder 4"/>
          <p:cNvSpPr>
            <a:spLocks noGrp="1"/>
          </p:cNvSpPr>
          <p:nvPr>
            <p:ph type="ftr" idx="8"/>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fr-FR" sz="1400" strike="noStrike" u="none">
                <a:solidFill>
                  <a:srgbClr val="000000"/>
                </a:solidFill>
                <a:effectLst/>
                <a:uFillTx/>
                <a:latin typeface="Times New Roman"/>
              </a:defRPr>
            </a:lvl1pPr>
          </a:lstStyle>
          <a:p>
            <a:pPr indent="0" algn="ctr">
              <a:buNone/>
            </a:pPr>
            <a:r>
              <a:rPr b="0" lang="fr-FR" sz="1400" strike="noStrike" u="none">
                <a:solidFill>
                  <a:srgbClr val="000000"/>
                </a:solidFill>
                <a:effectLst/>
                <a:uFillTx/>
                <a:latin typeface="Times New Roman"/>
              </a:rPr>
              <a:t>&lt;footer&gt;</a:t>
            </a:r>
            <a:endParaRPr b="0" lang="fr-FR" sz="1400" strike="noStrike" u="none">
              <a:solidFill>
                <a:srgbClr val="000000"/>
              </a:solidFill>
              <a:effectLst/>
              <a:uFillTx/>
              <a:latin typeface="Times New Roman"/>
            </a:endParaRPr>
          </a:p>
        </p:txBody>
      </p:sp>
      <p:sp>
        <p:nvSpPr>
          <p:cNvPr id="13" name="PlaceHolder 5"/>
          <p:cNvSpPr>
            <a:spLocks noGrp="1"/>
          </p:cNvSpPr>
          <p:nvPr>
            <p:ph type="sldNum" idx="9"/>
          </p:nvPr>
        </p:nvSpPr>
        <p:spPr>
          <a:xfrm>
            <a:off x="6553080" y="6356520"/>
            <a:ext cx="213336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1200" strike="noStrike" u="none">
                <a:solidFill>
                  <a:schemeClr val="dk1">
                    <a:tint val="75000"/>
                  </a:schemeClr>
                </a:solidFill>
                <a:effectLst/>
                <a:uFillTx/>
                <a:latin typeface="Calibri"/>
              </a:defRPr>
            </a:lvl1pPr>
          </a:lstStyle>
          <a:p>
            <a:pPr indent="0" algn="r" defTabSz="914400">
              <a:lnSpc>
                <a:spcPct val="100000"/>
              </a:lnSpc>
              <a:buNone/>
            </a:pPr>
            <a:fld id="{AE82A77D-802B-4486-A7D2-AABF6899CFE8}" type="slidenum">
              <a:rPr b="0" lang="en-US" sz="1200" strike="noStrike" u="none">
                <a:solidFill>
                  <a:schemeClr val="dk1">
                    <a:tint val="75000"/>
                  </a:schemeClr>
                </a:solidFill>
                <a:effectLst/>
                <a:uFillTx/>
                <a:latin typeface="Calibri"/>
              </a:rPr>
              <a:t>&lt;number&gt;</a:t>
            </a:fld>
            <a:endParaRPr b="0" lang="fr-FR" sz="1200" strike="noStrike" u="non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4" name="PlaceHolder 1"/>
          <p:cNvSpPr>
            <a:spLocks noGrp="1"/>
          </p:cNvSpPr>
          <p:nvPr>
            <p:ph type="title"/>
          </p:nvPr>
        </p:nvSpPr>
        <p:spPr>
          <a:xfrm>
            <a:off x="457200" y="274680"/>
            <a:ext cx="8229240" cy="1142640"/>
          </a:xfrm>
          <a:prstGeom prst="rect">
            <a:avLst/>
          </a:prstGeom>
          <a:noFill/>
          <a:ln w="0">
            <a:noFill/>
          </a:ln>
        </p:spPr>
        <p:txBody>
          <a:bodyPr lIns="91440" rIns="91440" tIns="45720" bIns="45720" anchor="ctr">
            <a:noAutofit/>
          </a:bodyPr>
          <a:p>
            <a:pPr indent="0" algn="ctr" defTabSz="914400">
              <a:lnSpc>
                <a:spcPct val="100000"/>
              </a:lnSpc>
              <a:buNone/>
            </a:pPr>
            <a:r>
              <a:rPr b="0" lang="en-US" sz="4400" strike="noStrike" u="none">
                <a:solidFill>
                  <a:schemeClr val="dk1"/>
                </a:solidFill>
                <a:effectLst/>
                <a:uFillTx/>
                <a:latin typeface="Calibri"/>
              </a:rPr>
              <a:t>Click to edit Master title style</a:t>
            </a:r>
            <a:endParaRPr b="0" lang="en-US" sz="4400" strike="noStrike" u="none">
              <a:solidFill>
                <a:schemeClr val="dk1"/>
              </a:solidFill>
              <a:effectLst/>
              <a:uFillTx/>
              <a:latin typeface="Calibri"/>
            </a:endParaRPr>
          </a:p>
        </p:txBody>
      </p:sp>
      <p:sp>
        <p:nvSpPr>
          <p:cNvPr id="15" name="PlaceHolder 2"/>
          <p:cNvSpPr>
            <a:spLocks noGrp="1"/>
          </p:cNvSpPr>
          <p:nvPr>
            <p:ph type="body"/>
          </p:nvPr>
        </p:nvSpPr>
        <p:spPr>
          <a:xfrm>
            <a:off x="457200" y="1600200"/>
            <a:ext cx="8229240" cy="4525560"/>
          </a:xfrm>
          <a:prstGeom prst="rect">
            <a:avLst/>
          </a:prstGeom>
          <a:noFill/>
          <a:ln w="0">
            <a:noFill/>
          </a:ln>
        </p:spPr>
        <p:txBody>
          <a:bodyPr lIns="91440" rIns="91440" tIns="45720" bIns="45720" anchor="t">
            <a:noAutofit/>
          </a:bodyPr>
          <a:p>
            <a:pPr marL="432000" indent="-324000" defTabSz="914400">
              <a:lnSpc>
                <a:spcPct val="100000"/>
              </a:lnSpc>
              <a:spcBef>
                <a:spcPts val="641"/>
              </a:spcBef>
              <a:buClr>
                <a:srgbClr val="000000"/>
              </a:buClr>
              <a:buSzPct val="45000"/>
              <a:buFont typeface="Wingdings" charset="2"/>
              <a:buChar char=""/>
            </a:pPr>
            <a:r>
              <a:rPr b="0" lang="en-US" sz="3200" strike="noStrike" u="none">
                <a:solidFill>
                  <a:schemeClr val="dk1"/>
                </a:solidFill>
                <a:effectLst/>
                <a:uFillTx/>
                <a:latin typeface="Calibri"/>
              </a:rPr>
              <a:t>Click to edit Master text styles</a:t>
            </a:r>
            <a:endParaRPr b="0" lang="en-US" sz="3200" strike="noStrike" u="none">
              <a:solidFill>
                <a:schemeClr val="dk1"/>
              </a:solidFill>
              <a:effectLst/>
              <a:uFillTx/>
              <a:latin typeface="Calibri"/>
            </a:endParaRPr>
          </a:p>
          <a:p>
            <a:pPr lvl="1" marL="864000" indent="-324000" defTabSz="914400">
              <a:lnSpc>
                <a:spcPct val="100000"/>
              </a:lnSpc>
              <a:spcBef>
                <a:spcPts val="561"/>
              </a:spcBef>
              <a:buClr>
                <a:srgbClr val="000000"/>
              </a:buClr>
              <a:buSzPct val="75000"/>
              <a:buFont typeface="Symbol" charset="2"/>
              <a:buChar char=""/>
            </a:pPr>
            <a:r>
              <a:rPr b="0" lang="en-US" sz="2800" strike="noStrike" u="none">
                <a:solidFill>
                  <a:schemeClr val="dk1"/>
                </a:solidFill>
                <a:effectLst/>
                <a:uFillTx/>
                <a:latin typeface="Calibri"/>
              </a:rPr>
              <a:t>Second level</a:t>
            </a:r>
            <a:endParaRPr b="0" lang="en-US" sz="2800" strike="noStrike" u="none">
              <a:solidFill>
                <a:schemeClr val="dk1"/>
              </a:solidFill>
              <a:effectLst/>
              <a:uFillTx/>
              <a:latin typeface="Calibri"/>
            </a:endParaRPr>
          </a:p>
          <a:p>
            <a:pPr lvl="2" marL="1296000" indent="-288000" defTabSz="914400">
              <a:lnSpc>
                <a:spcPct val="100000"/>
              </a:lnSpc>
              <a:spcBef>
                <a:spcPts val="479"/>
              </a:spcBef>
              <a:buClr>
                <a:srgbClr val="000000"/>
              </a:buClr>
              <a:buSzPct val="45000"/>
              <a:buFont typeface="Wingdings" charset="2"/>
              <a:buChar char=""/>
            </a:pPr>
            <a:r>
              <a:rPr b="0" lang="en-US" sz="2400" strike="noStrike" u="none">
                <a:solidFill>
                  <a:schemeClr val="dk1"/>
                </a:solidFill>
                <a:effectLst/>
                <a:uFillTx/>
                <a:latin typeface="Calibri"/>
              </a:rPr>
              <a:t>Third level</a:t>
            </a:r>
            <a:endParaRPr b="0" lang="en-US" sz="2400" strike="noStrike" u="none">
              <a:solidFill>
                <a:schemeClr val="dk1"/>
              </a:solidFill>
              <a:effectLst/>
              <a:uFillTx/>
              <a:latin typeface="Calibri"/>
            </a:endParaRPr>
          </a:p>
          <a:p>
            <a:pPr lvl="3" marL="1728000" indent="-216000" defTabSz="914400">
              <a:lnSpc>
                <a:spcPct val="100000"/>
              </a:lnSpc>
              <a:spcBef>
                <a:spcPts val="400"/>
              </a:spcBef>
              <a:buClr>
                <a:srgbClr val="000000"/>
              </a:buClr>
              <a:buSzPct val="75000"/>
              <a:buFont typeface="Symbol" charset="2"/>
              <a:buChar char=""/>
            </a:pPr>
            <a:r>
              <a:rPr b="0" lang="en-US" sz="2000" strike="noStrike" u="none">
                <a:solidFill>
                  <a:schemeClr val="dk1"/>
                </a:solidFill>
                <a:effectLst/>
                <a:uFillTx/>
                <a:latin typeface="Calibri"/>
              </a:rPr>
              <a:t>Fourth level</a:t>
            </a:r>
            <a:endParaRPr b="0" lang="en-US" sz="2000" strike="noStrike" u="none">
              <a:solidFill>
                <a:schemeClr val="dk1"/>
              </a:solidFill>
              <a:effectLst/>
              <a:uFillTx/>
              <a:latin typeface="Calibri"/>
            </a:endParaRPr>
          </a:p>
          <a:p>
            <a:pPr lvl="4" marL="2160000" indent="-216000" defTabSz="914400">
              <a:lnSpc>
                <a:spcPct val="100000"/>
              </a:lnSpc>
              <a:spcBef>
                <a:spcPts val="400"/>
              </a:spcBef>
              <a:buClr>
                <a:srgbClr val="000000"/>
              </a:buClr>
              <a:buSzPct val="45000"/>
              <a:buFont typeface="Wingdings" charset="2"/>
              <a:buChar char=""/>
            </a:pPr>
            <a:r>
              <a:rPr b="0" lang="en-US" sz="2000" strike="noStrike" u="none">
                <a:solidFill>
                  <a:schemeClr val="dk1"/>
                </a:solidFill>
                <a:effectLst/>
                <a:uFillTx/>
                <a:latin typeface="Calibri"/>
              </a:rPr>
              <a:t>Fifth level</a:t>
            </a:r>
            <a:endParaRPr b="0" lang="en-US" sz="2000" strike="noStrike" u="none">
              <a:solidFill>
                <a:schemeClr val="dk1"/>
              </a:solidFill>
              <a:effectLst/>
              <a:uFillTx/>
              <a:latin typeface="Calibri"/>
            </a:endParaRPr>
          </a:p>
        </p:txBody>
      </p:sp>
      <p:sp>
        <p:nvSpPr>
          <p:cNvPr id="16" name="PlaceHolder 3"/>
          <p:cNvSpPr>
            <a:spLocks noGrp="1"/>
          </p:cNvSpPr>
          <p:nvPr>
            <p:ph type="dt" idx="10"/>
          </p:nvPr>
        </p:nvSpPr>
        <p:spPr>
          <a:xfrm>
            <a:off x="457200" y="6356520"/>
            <a:ext cx="2133360" cy="364680"/>
          </a:xfrm>
          <a:prstGeom prst="rect">
            <a:avLst/>
          </a:prstGeom>
          <a:noFill/>
          <a:ln w="0">
            <a:noFill/>
          </a:ln>
        </p:spPr>
        <p:txBody>
          <a:bodyPr lIns="91440" rIns="91440" tIns="45720" bIns="45720" anchor="ctr">
            <a:noAutofit/>
          </a:bodyPr>
          <a:lstStyle>
            <a:lvl1pPr indent="0" defTabSz="914400">
              <a:lnSpc>
                <a:spcPct val="100000"/>
              </a:lnSpc>
              <a:buNone/>
              <a:defRPr b="0" lang="en-US" sz="1200" strike="noStrike" u="none">
                <a:solidFill>
                  <a:schemeClr val="dk1">
                    <a:tint val="75000"/>
                  </a:schemeClr>
                </a:solidFill>
                <a:effectLst/>
                <a:uFillTx/>
                <a:latin typeface="Calibri"/>
              </a:defRPr>
            </a:lvl1pPr>
          </a:lstStyle>
          <a:p>
            <a:pPr indent="0" defTabSz="914400">
              <a:lnSpc>
                <a:spcPct val="100000"/>
              </a:lnSpc>
              <a:buNone/>
            </a:pPr>
            <a:r>
              <a:rPr b="0" lang="en-US" sz="1200" strike="noStrike" u="none">
                <a:solidFill>
                  <a:schemeClr val="dk1">
                    <a:tint val="75000"/>
                  </a:schemeClr>
                </a:solidFill>
                <a:effectLst/>
                <a:uFillTx/>
                <a:latin typeface="Calibri"/>
              </a:rPr>
              <a:t>&lt;date/time&gt;</a:t>
            </a:r>
            <a:endParaRPr b="0" lang="fr-FR" sz="1200" strike="noStrike" u="none">
              <a:solidFill>
                <a:srgbClr val="000000"/>
              </a:solidFill>
              <a:effectLst/>
              <a:uFillTx/>
              <a:latin typeface="Times New Roman"/>
            </a:endParaRPr>
          </a:p>
        </p:txBody>
      </p:sp>
      <p:sp>
        <p:nvSpPr>
          <p:cNvPr id="17" name="PlaceHolder 4"/>
          <p:cNvSpPr>
            <a:spLocks noGrp="1"/>
          </p:cNvSpPr>
          <p:nvPr>
            <p:ph type="ftr" idx="11"/>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fr-FR" sz="1400" strike="noStrike" u="none">
                <a:solidFill>
                  <a:srgbClr val="000000"/>
                </a:solidFill>
                <a:effectLst/>
                <a:uFillTx/>
                <a:latin typeface="Times New Roman"/>
              </a:defRPr>
            </a:lvl1pPr>
          </a:lstStyle>
          <a:p>
            <a:pPr indent="0" algn="ctr">
              <a:buNone/>
            </a:pPr>
            <a:r>
              <a:rPr b="0" lang="fr-FR" sz="1400" strike="noStrike" u="none">
                <a:solidFill>
                  <a:srgbClr val="000000"/>
                </a:solidFill>
                <a:effectLst/>
                <a:uFillTx/>
                <a:latin typeface="Times New Roman"/>
              </a:rPr>
              <a:t>&lt;footer&gt;</a:t>
            </a:r>
            <a:endParaRPr b="0" lang="fr-FR" sz="1400" strike="noStrike" u="none">
              <a:solidFill>
                <a:srgbClr val="000000"/>
              </a:solidFill>
              <a:effectLst/>
              <a:uFillTx/>
              <a:latin typeface="Times New Roman"/>
            </a:endParaRPr>
          </a:p>
        </p:txBody>
      </p:sp>
      <p:sp>
        <p:nvSpPr>
          <p:cNvPr id="18" name="PlaceHolder 5"/>
          <p:cNvSpPr>
            <a:spLocks noGrp="1"/>
          </p:cNvSpPr>
          <p:nvPr>
            <p:ph type="sldNum" idx="12"/>
          </p:nvPr>
        </p:nvSpPr>
        <p:spPr>
          <a:xfrm>
            <a:off x="6553080" y="6356520"/>
            <a:ext cx="213336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1200" strike="noStrike" u="none">
                <a:solidFill>
                  <a:schemeClr val="dk1">
                    <a:tint val="75000"/>
                  </a:schemeClr>
                </a:solidFill>
                <a:effectLst/>
                <a:uFillTx/>
                <a:latin typeface="Calibri"/>
              </a:defRPr>
            </a:lvl1pPr>
          </a:lstStyle>
          <a:p>
            <a:pPr indent="0" algn="r" defTabSz="914400">
              <a:lnSpc>
                <a:spcPct val="100000"/>
              </a:lnSpc>
              <a:buNone/>
            </a:pPr>
            <a:fld id="{B69D34A1-6523-4B6D-9198-FCF3BDDB1675}" type="slidenum">
              <a:rPr b="0" lang="en-US" sz="1200" strike="noStrike" u="none">
                <a:solidFill>
                  <a:schemeClr val="dk1">
                    <a:tint val="75000"/>
                  </a:schemeClr>
                </a:solidFill>
                <a:effectLst/>
                <a:uFillTx/>
                <a:latin typeface="Calibri"/>
              </a:rPr>
              <a:t>&lt;number&gt;</a:t>
            </a:fld>
            <a:endParaRPr b="0" lang="fr-FR" sz="1200" strike="noStrike" u="non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9" name="PlaceHolder 1"/>
          <p:cNvSpPr>
            <a:spLocks noGrp="1"/>
          </p:cNvSpPr>
          <p:nvPr>
            <p:ph type="title"/>
          </p:nvPr>
        </p:nvSpPr>
        <p:spPr>
          <a:xfrm>
            <a:off x="722160" y="4406760"/>
            <a:ext cx="7772040" cy="1361880"/>
          </a:xfrm>
          <a:prstGeom prst="rect">
            <a:avLst/>
          </a:prstGeom>
          <a:noFill/>
          <a:ln w="0">
            <a:noFill/>
          </a:ln>
        </p:spPr>
        <p:txBody>
          <a:bodyPr lIns="91440" rIns="91440" tIns="45720" bIns="45720" anchor="t">
            <a:noAutofit/>
          </a:bodyPr>
          <a:p>
            <a:pPr indent="0" defTabSz="914400">
              <a:lnSpc>
                <a:spcPct val="100000"/>
              </a:lnSpc>
              <a:buNone/>
            </a:pPr>
            <a:r>
              <a:rPr b="1" lang="en-US" sz="4000" strike="noStrike" u="none" cap="all">
                <a:solidFill>
                  <a:schemeClr val="dk1"/>
                </a:solidFill>
                <a:effectLst/>
                <a:uFillTx/>
                <a:latin typeface="Calibri"/>
              </a:rPr>
              <a:t>Click to edit Master title style</a:t>
            </a:r>
            <a:endParaRPr b="0" lang="en-US" sz="4000" strike="noStrike" u="none">
              <a:solidFill>
                <a:schemeClr val="dk1"/>
              </a:solidFill>
              <a:effectLst/>
              <a:uFillTx/>
              <a:latin typeface="Calibri"/>
            </a:endParaRPr>
          </a:p>
        </p:txBody>
      </p:sp>
      <p:sp>
        <p:nvSpPr>
          <p:cNvPr id="20" name="PlaceHolder 2"/>
          <p:cNvSpPr>
            <a:spLocks noGrp="1"/>
          </p:cNvSpPr>
          <p:nvPr>
            <p:ph type="body"/>
          </p:nvPr>
        </p:nvSpPr>
        <p:spPr>
          <a:xfrm>
            <a:off x="722160" y="2906640"/>
            <a:ext cx="7772040" cy="1499760"/>
          </a:xfrm>
          <a:prstGeom prst="rect">
            <a:avLst/>
          </a:prstGeom>
          <a:noFill/>
          <a:ln w="0">
            <a:noFill/>
          </a:ln>
        </p:spPr>
        <p:txBody>
          <a:bodyPr lIns="91440" rIns="91440" tIns="45720" bIns="45720" anchor="b">
            <a:noAutofit/>
          </a:bodyPr>
          <a:p>
            <a:pPr marL="432000" indent="-324000" defTabSz="914400">
              <a:lnSpc>
                <a:spcPct val="100000"/>
              </a:lnSpc>
              <a:spcBef>
                <a:spcPts val="400"/>
              </a:spcBef>
              <a:buClr>
                <a:srgbClr val="000000"/>
              </a:buClr>
              <a:buSzPct val="45000"/>
              <a:buFont typeface="Wingdings" charset="2"/>
              <a:buChar char=""/>
              <a:tabLst>
                <a:tab algn="l" pos="0"/>
              </a:tabLst>
            </a:pPr>
            <a:r>
              <a:rPr b="0" lang="en-US" sz="2000" strike="noStrike" u="none">
                <a:solidFill>
                  <a:schemeClr val="dk1">
                    <a:tint val="75000"/>
                  </a:schemeClr>
                </a:solidFill>
                <a:effectLst/>
                <a:uFillTx/>
                <a:latin typeface="Calibri"/>
              </a:rPr>
              <a:t>Click to edit Master text styles</a:t>
            </a:r>
            <a:endParaRPr b="0" lang="en-US" sz="2000" strike="noStrike" u="none">
              <a:solidFill>
                <a:schemeClr val="dk1"/>
              </a:solidFill>
              <a:effectLst/>
              <a:uFillTx/>
              <a:latin typeface="Calibri"/>
            </a:endParaRPr>
          </a:p>
        </p:txBody>
      </p:sp>
      <p:sp>
        <p:nvSpPr>
          <p:cNvPr id="21" name="PlaceHolder 3"/>
          <p:cNvSpPr>
            <a:spLocks noGrp="1"/>
          </p:cNvSpPr>
          <p:nvPr>
            <p:ph type="dt" idx="13"/>
          </p:nvPr>
        </p:nvSpPr>
        <p:spPr>
          <a:xfrm>
            <a:off x="457200" y="6356520"/>
            <a:ext cx="2133360" cy="364680"/>
          </a:xfrm>
          <a:prstGeom prst="rect">
            <a:avLst/>
          </a:prstGeom>
          <a:noFill/>
          <a:ln w="0">
            <a:noFill/>
          </a:ln>
        </p:spPr>
        <p:txBody>
          <a:bodyPr lIns="91440" rIns="91440" tIns="45720" bIns="45720" anchor="ctr">
            <a:noAutofit/>
          </a:bodyPr>
          <a:lstStyle>
            <a:lvl1pPr indent="0" defTabSz="914400">
              <a:lnSpc>
                <a:spcPct val="100000"/>
              </a:lnSpc>
              <a:buNone/>
              <a:defRPr b="0" lang="en-US" sz="1200" strike="noStrike" u="none">
                <a:solidFill>
                  <a:schemeClr val="dk1">
                    <a:tint val="75000"/>
                  </a:schemeClr>
                </a:solidFill>
                <a:effectLst/>
                <a:uFillTx/>
                <a:latin typeface="Calibri"/>
              </a:defRPr>
            </a:lvl1pPr>
          </a:lstStyle>
          <a:p>
            <a:pPr indent="0" defTabSz="914400">
              <a:lnSpc>
                <a:spcPct val="100000"/>
              </a:lnSpc>
              <a:buNone/>
            </a:pPr>
            <a:r>
              <a:rPr b="0" lang="en-US" sz="1200" strike="noStrike" u="none">
                <a:solidFill>
                  <a:schemeClr val="dk1">
                    <a:tint val="75000"/>
                  </a:schemeClr>
                </a:solidFill>
                <a:effectLst/>
                <a:uFillTx/>
                <a:latin typeface="Calibri"/>
              </a:rPr>
              <a:t>&lt;date/time&gt;</a:t>
            </a:r>
            <a:endParaRPr b="0" lang="fr-FR" sz="1200" strike="noStrike" u="none">
              <a:solidFill>
                <a:srgbClr val="000000"/>
              </a:solidFill>
              <a:effectLst/>
              <a:uFillTx/>
              <a:latin typeface="Times New Roman"/>
            </a:endParaRPr>
          </a:p>
        </p:txBody>
      </p:sp>
      <p:sp>
        <p:nvSpPr>
          <p:cNvPr id="22" name="PlaceHolder 4"/>
          <p:cNvSpPr>
            <a:spLocks noGrp="1"/>
          </p:cNvSpPr>
          <p:nvPr>
            <p:ph type="ftr" idx="14"/>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fr-FR" sz="1400" strike="noStrike" u="none">
                <a:solidFill>
                  <a:srgbClr val="000000"/>
                </a:solidFill>
                <a:effectLst/>
                <a:uFillTx/>
                <a:latin typeface="Times New Roman"/>
              </a:defRPr>
            </a:lvl1pPr>
          </a:lstStyle>
          <a:p>
            <a:pPr indent="0" algn="ctr">
              <a:buNone/>
            </a:pPr>
            <a:r>
              <a:rPr b="0" lang="fr-FR" sz="1400" strike="noStrike" u="none">
                <a:solidFill>
                  <a:srgbClr val="000000"/>
                </a:solidFill>
                <a:effectLst/>
                <a:uFillTx/>
                <a:latin typeface="Times New Roman"/>
              </a:rPr>
              <a:t>&lt;footer&gt;</a:t>
            </a:r>
            <a:endParaRPr b="0" lang="fr-FR" sz="1400" strike="noStrike" u="none">
              <a:solidFill>
                <a:srgbClr val="000000"/>
              </a:solidFill>
              <a:effectLst/>
              <a:uFillTx/>
              <a:latin typeface="Times New Roman"/>
            </a:endParaRPr>
          </a:p>
        </p:txBody>
      </p:sp>
      <p:sp>
        <p:nvSpPr>
          <p:cNvPr id="23" name="PlaceHolder 5"/>
          <p:cNvSpPr>
            <a:spLocks noGrp="1"/>
          </p:cNvSpPr>
          <p:nvPr>
            <p:ph type="sldNum" idx="15"/>
          </p:nvPr>
        </p:nvSpPr>
        <p:spPr>
          <a:xfrm>
            <a:off x="6553080" y="6356520"/>
            <a:ext cx="213336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1200" strike="noStrike" u="none">
                <a:solidFill>
                  <a:schemeClr val="dk1">
                    <a:tint val="75000"/>
                  </a:schemeClr>
                </a:solidFill>
                <a:effectLst/>
                <a:uFillTx/>
                <a:latin typeface="Calibri"/>
              </a:defRPr>
            </a:lvl1pPr>
          </a:lstStyle>
          <a:p>
            <a:pPr indent="0" algn="r" defTabSz="914400">
              <a:lnSpc>
                <a:spcPct val="100000"/>
              </a:lnSpc>
              <a:buNone/>
            </a:pPr>
            <a:fld id="{59A75A4F-64C9-42A1-81AE-E773B57A1ADC}" type="slidenum">
              <a:rPr b="0" lang="en-US" sz="1200" strike="noStrike" u="none">
                <a:solidFill>
                  <a:schemeClr val="dk1">
                    <a:tint val="75000"/>
                  </a:schemeClr>
                </a:solidFill>
                <a:effectLst/>
                <a:uFillTx/>
                <a:latin typeface="Calibri"/>
              </a:rPr>
              <a:t>&lt;number&gt;</a:t>
            </a:fld>
            <a:endParaRPr b="0" lang="fr-FR" sz="1200" strike="noStrike" u="non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4" name="PlaceHolder 1"/>
          <p:cNvSpPr>
            <a:spLocks noGrp="1"/>
          </p:cNvSpPr>
          <p:nvPr>
            <p:ph type="title"/>
          </p:nvPr>
        </p:nvSpPr>
        <p:spPr>
          <a:xfrm>
            <a:off x="457200" y="274680"/>
            <a:ext cx="8229240" cy="1142640"/>
          </a:xfrm>
          <a:prstGeom prst="rect">
            <a:avLst/>
          </a:prstGeom>
          <a:noFill/>
          <a:ln w="0">
            <a:noFill/>
          </a:ln>
        </p:spPr>
        <p:txBody>
          <a:bodyPr lIns="91440" rIns="91440" tIns="45720" bIns="45720" anchor="ctr">
            <a:noAutofit/>
          </a:bodyPr>
          <a:p>
            <a:pPr indent="0" algn="ctr" defTabSz="914400">
              <a:lnSpc>
                <a:spcPct val="100000"/>
              </a:lnSpc>
              <a:buNone/>
            </a:pPr>
            <a:r>
              <a:rPr b="0" lang="en-US" sz="4400" strike="noStrike" u="none">
                <a:solidFill>
                  <a:schemeClr val="dk1"/>
                </a:solidFill>
                <a:effectLst/>
                <a:uFillTx/>
                <a:latin typeface="Calibri"/>
              </a:rPr>
              <a:t>Click to edit Master title style</a:t>
            </a:r>
            <a:endParaRPr b="0" lang="en-US" sz="4400" strike="noStrike" u="none">
              <a:solidFill>
                <a:schemeClr val="dk1"/>
              </a:solidFill>
              <a:effectLst/>
              <a:uFillTx/>
              <a:latin typeface="Calibri"/>
            </a:endParaRPr>
          </a:p>
        </p:txBody>
      </p:sp>
      <p:sp>
        <p:nvSpPr>
          <p:cNvPr id="25" name="PlaceHolder 2"/>
          <p:cNvSpPr>
            <a:spLocks noGrp="1"/>
          </p:cNvSpPr>
          <p:nvPr>
            <p:ph type="body"/>
          </p:nvPr>
        </p:nvSpPr>
        <p:spPr>
          <a:xfrm>
            <a:off x="457200" y="1600200"/>
            <a:ext cx="4038120" cy="4525560"/>
          </a:xfrm>
          <a:prstGeom prst="rect">
            <a:avLst/>
          </a:prstGeom>
          <a:noFill/>
          <a:ln w="0">
            <a:noFill/>
          </a:ln>
        </p:spPr>
        <p:txBody>
          <a:bodyPr lIns="91440" rIns="91440" tIns="45720" bIns="45720" anchor="t">
            <a:noAutofit/>
          </a:bodyPr>
          <a:p>
            <a:pPr marL="432000" indent="-324000" defTabSz="914400">
              <a:lnSpc>
                <a:spcPct val="100000"/>
              </a:lnSpc>
              <a:spcBef>
                <a:spcPts val="561"/>
              </a:spcBef>
              <a:buClr>
                <a:srgbClr val="000000"/>
              </a:buClr>
              <a:buSzPct val="45000"/>
              <a:buFont typeface="Wingdings" charset="2"/>
              <a:buChar char=""/>
            </a:pPr>
            <a:r>
              <a:rPr b="0" lang="en-US" sz="2800" strike="noStrike" u="none">
                <a:solidFill>
                  <a:schemeClr val="dk1"/>
                </a:solidFill>
                <a:effectLst/>
                <a:uFillTx/>
                <a:latin typeface="Calibri"/>
              </a:rPr>
              <a:t>Click to edit Master text styles</a:t>
            </a:r>
            <a:endParaRPr b="0" lang="en-US" sz="2800" strike="noStrike" u="none">
              <a:solidFill>
                <a:schemeClr val="dk1"/>
              </a:solidFill>
              <a:effectLst/>
              <a:uFillTx/>
              <a:latin typeface="Calibri"/>
            </a:endParaRPr>
          </a:p>
          <a:p>
            <a:pPr lvl="1" marL="864000" indent="-324000" defTabSz="914400">
              <a:lnSpc>
                <a:spcPct val="100000"/>
              </a:lnSpc>
              <a:spcBef>
                <a:spcPts val="479"/>
              </a:spcBef>
              <a:buClr>
                <a:srgbClr val="000000"/>
              </a:buClr>
              <a:buSzPct val="75000"/>
              <a:buFont typeface="Symbol" charset="2"/>
              <a:buChar char=""/>
            </a:pPr>
            <a:r>
              <a:rPr b="0" lang="en-US" sz="2400" strike="noStrike" u="none">
                <a:solidFill>
                  <a:schemeClr val="dk1"/>
                </a:solidFill>
                <a:effectLst/>
                <a:uFillTx/>
                <a:latin typeface="Calibri"/>
              </a:rPr>
              <a:t>Second level</a:t>
            </a:r>
            <a:endParaRPr b="0" lang="en-US" sz="2400" strike="noStrike" u="none">
              <a:solidFill>
                <a:schemeClr val="dk1"/>
              </a:solidFill>
              <a:effectLst/>
              <a:uFillTx/>
              <a:latin typeface="Calibri"/>
            </a:endParaRPr>
          </a:p>
          <a:p>
            <a:pPr lvl="2" marL="1296000" indent="-288000" defTabSz="914400">
              <a:lnSpc>
                <a:spcPct val="100000"/>
              </a:lnSpc>
              <a:spcBef>
                <a:spcPts val="400"/>
              </a:spcBef>
              <a:buClr>
                <a:srgbClr val="000000"/>
              </a:buClr>
              <a:buSzPct val="45000"/>
              <a:buFont typeface="Wingdings" charset="2"/>
              <a:buChar char=""/>
            </a:pPr>
            <a:r>
              <a:rPr b="0" lang="en-US" sz="2000" strike="noStrike" u="none">
                <a:solidFill>
                  <a:schemeClr val="dk1"/>
                </a:solidFill>
                <a:effectLst/>
                <a:uFillTx/>
                <a:latin typeface="Calibri"/>
              </a:rPr>
              <a:t>Third level</a:t>
            </a:r>
            <a:endParaRPr b="0" lang="en-US" sz="2000" strike="noStrike" u="none">
              <a:solidFill>
                <a:schemeClr val="dk1"/>
              </a:solidFill>
              <a:effectLst/>
              <a:uFillTx/>
              <a:latin typeface="Calibri"/>
            </a:endParaRPr>
          </a:p>
          <a:p>
            <a:pPr lvl="3" marL="1728000" indent="-216000" defTabSz="914400">
              <a:lnSpc>
                <a:spcPct val="100000"/>
              </a:lnSpc>
              <a:spcBef>
                <a:spcPts val="360"/>
              </a:spcBef>
              <a:buClr>
                <a:srgbClr val="000000"/>
              </a:buClr>
              <a:buSzPct val="75000"/>
              <a:buFont typeface="Symbol" charset="2"/>
              <a:buChar char=""/>
            </a:pPr>
            <a:r>
              <a:rPr b="0" lang="en-US" sz="1800" strike="noStrike" u="none">
                <a:solidFill>
                  <a:schemeClr val="dk1"/>
                </a:solidFill>
                <a:effectLst/>
                <a:uFillTx/>
                <a:latin typeface="Calibri"/>
              </a:rPr>
              <a:t>Fourth level</a:t>
            </a:r>
            <a:endParaRPr b="0" lang="en-US" sz="1800" strike="noStrike" u="none">
              <a:solidFill>
                <a:schemeClr val="dk1"/>
              </a:solidFill>
              <a:effectLst/>
              <a:uFillTx/>
              <a:latin typeface="Calibri"/>
            </a:endParaRPr>
          </a:p>
          <a:p>
            <a:pPr lvl="4" marL="2160000" indent="-216000" defTabSz="914400">
              <a:lnSpc>
                <a:spcPct val="100000"/>
              </a:lnSpc>
              <a:spcBef>
                <a:spcPts val="360"/>
              </a:spcBef>
              <a:buClr>
                <a:srgbClr val="000000"/>
              </a:buClr>
              <a:buSzPct val="45000"/>
              <a:buFont typeface="Wingdings" charset="2"/>
              <a:buChar char=""/>
            </a:pPr>
            <a:r>
              <a:rPr b="0" lang="en-US" sz="1800" strike="noStrike" u="none">
                <a:solidFill>
                  <a:schemeClr val="dk1"/>
                </a:solidFill>
                <a:effectLst/>
                <a:uFillTx/>
                <a:latin typeface="Calibri"/>
              </a:rPr>
              <a:t>Fifth level</a:t>
            </a:r>
            <a:endParaRPr b="0" lang="en-US" sz="1800" strike="noStrike" u="none">
              <a:solidFill>
                <a:schemeClr val="dk1"/>
              </a:solidFill>
              <a:effectLst/>
              <a:uFillTx/>
              <a:latin typeface="Calibri"/>
            </a:endParaRPr>
          </a:p>
        </p:txBody>
      </p:sp>
      <p:sp>
        <p:nvSpPr>
          <p:cNvPr id="26" name="PlaceHolder 3"/>
          <p:cNvSpPr>
            <a:spLocks noGrp="1"/>
          </p:cNvSpPr>
          <p:nvPr>
            <p:ph type="body"/>
          </p:nvPr>
        </p:nvSpPr>
        <p:spPr>
          <a:xfrm>
            <a:off x="4648320" y="1600200"/>
            <a:ext cx="4038120" cy="4525560"/>
          </a:xfrm>
          <a:prstGeom prst="rect">
            <a:avLst/>
          </a:prstGeom>
          <a:noFill/>
          <a:ln w="0">
            <a:noFill/>
          </a:ln>
        </p:spPr>
        <p:txBody>
          <a:bodyPr lIns="91440" rIns="91440" tIns="45720" bIns="45720" anchor="t">
            <a:noAutofit/>
          </a:bodyPr>
          <a:p>
            <a:pPr marL="343080" indent="-343080" defTabSz="914400">
              <a:lnSpc>
                <a:spcPct val="100000"/>
              </a:lnSpc>
              <a:spcBef>
                <a:spcPts val="561"/>
              </a:spcBef>
              <a:buClr>
                <a:srgbClr val="000000"/>
              </a:buClr>
              <a:buFont typeface="Arial"/>
              <a:buChar char="•"/>
            </a:pPr>
            <a:r>
              <a:rPr b="0" lang="en-US" sz="2800" strike="noStrike" u="none">
                <a:solidFill>
                  <a:schemeClr val="dk1"/>
                </a:solidFill>
                <a:effectLst/>
                <a:uFillTx/>
                <a:latin typeface="Calibri"/>
              </a:rPr>
              <a:t>Click to edit Master text styles</a:t>
            </a:r>
            <a:endParaRPr b="0" lang="en-US" sz="2800" strike="noStrike" u="none">
              <a:solidFill>
                <a:schemeClr val="dk1"/>
              </a:solidFill>
              <a:effectLst/>
              <a:uFillTx/>
              <a:latin typeface="Calibri"/>
            </a:endParaRPr>
          </a:p>
          <a:p>
            <a:pPr lvl="1" marL="743040" indent="-285840" defTabSz="914400">
              <a:lnSpc>
                <a:spcPct val="100000"/>
              </a:lnSpc>
              <a:spcBef>
                <a:spcPts val="479"/>
              </a:spcBef>
              <a:buClr>
                <a:srgbClr val="000000"/>
              </a:buClr>
              <a:buFont typeface="Arial"/>
              <a:buChar char="–"/>
            </a:pPr>
            <a:r>
              <a:rPr b="0" lang="en-US" sz="2400" strike="noStrike" u="none">
                <a:solidFill>
                  <a:schemeClr val="dk1"/>
                </a:solidFill>
                <a:effectLst/>
                <a:uFillTx/>
                <a:latin typeface="Calibri"/>
              </a:rPr>
              <a:t>Second level</a:t>
            </a:r>
            <a:endParaRPr b="0" lang="en-US" sz="2400" strike="noStrike" u="none">
              <a:solidFill>
                <a:schemeClr val="dk1"/>
              </a:solidFill>
              <a:effectLst/>
              <a:uFillTx/>
              <a:latin typeface="Calibri"/>
            </a:endParaRPr>
          </a:p>
          <a:p>
            <a:pPr lvl="2" marL="1143000" indent="-228600" defTabSz="914400">
              <a:lnSpc>
                <a:spcPct val="100000"/>
              </a:lnSpc>
              <a:spcBef>
                <a:spcPts val="400"/>
              </a:spcBef>
              <a:buClr>
                <a:srgbClr val="000000"/>
              </a:buClr>
              <a:buFont typeface="Arial"/>
              <a:buChar char="•"/>
            </a:pPr>
            <a:r>
              <a:rPr b="0" lang="en-US" sz="2000" strike="noStrike" u="none">
                <a:solidFill>
                  <a:schemeClr val="dk1"/>
                </a:solidFill>
                <a:effectLst/>
                <a:uFillTx/>
                <a:latin typeface="Calibri"/>
              </a:rPr>
              <a:t>Third level</a:t>
            </a:r>
            <a:endParaRPr b="0" lang="en-US" sz="2000" strike="noStrike" u="none">
              <a:solidFill>
                <a:schemeClr val="dk1"/>
              </a:solidFill>
              <a:effectLst/>
              <a:uFillTx/>
              <a:latin typeface="Calibri"/>
            </a:endParaRPr>
          </a:p>
          <a:p>
            <a:pPr lvl="3" marL="1600200" indent="-228600" defTabSz="914400">
              <a:lnSpc>
                <a:spcPct val="100000"/>
              </a:lnSpc>
              <a:spcBef>
                <a:spcPts val="360"/>
              </a:spcBef>
              <a:buClr>
                <a:srgbClr val="000000"/>
              </a:buClr>
              <a:buFont typeface="Arial"/>
              <a:buChar char="–"/>
            </a:pPr>
            <a:r>
              <a:rPr b="0" lang="en-US" sz="1800" strike="noStrike" u="none">
                <a:solidFill>
                  <a:schemeClr val="dk1"/>
                </a:solidFill>
                <a:effectLst/>
                <a:uFillTx/>
                <a:latin typeface="Calibri"/>
              </a:rPr>
              <a:t>Fourth level</a:t>
            </a:r>
            <a:endParaRPr b="0" lang="en-US" sz="1800" strike="noStrike" u="none">
              <a:solidFill>
                <a:schemeClr val="dk1"/>
              </a:solidFill>
              <a:effectLst/>
              <a:uFillTx/>
              <a:latin typeface="Calibri"/>
            </a:endParaRPr>
          </a:p>
          <a:p>
            <a:pPr lvl="4" marL="2057400" indent="-228600" defTabSz="914400">
              <a:lnSpc>
                <a:spcPct val="100000"/>
              </a:lnSpc>
              <a:spcBef>
                <a:spcPts val="360"/>
              </a:spcBef>
              <a:buClr>
                <a:srgbClr val="000000"/>
              </a:buClr>
              <a:buFont typeface="Arial"/>
              <a:buChar char="»"/>
            </a:pPr>
            <a:r>
              <a:rPr b="0" lang="en-US" sz="1800" strike="noStrike" u="none">
                <a:solidFill>
                  <a:schemeClr val="dk1"/>
                </a:solidFill>
                <a:effectLst/>
                <a:uFillTx/>
                <a:latin typeface="Calibri"/>
              </a:rPr>
              <a:t>Fifth level</a:t>
            </a:r>
            <a:endParaRPr b="0" lang="en-US" sz="1800" strike="noStrike" u="none">
              <a:solidFill>
                <a:schemeClr val="dk1"/>
              </a:solidFill>
              <a:effectLst/>
              <a:uFillTx/>
              <a:latin typeface="Calibri"/>
            </a:endParaRPr>
          </a:p>
        </p:txBody>
      </p:sp>
      <p:sp>
        <p:nvSpPr>
          <p:cNvPr id="27" name="PlaceHolder 4"/>
          <p:cNvSpPr>
            <a:spLocks noGrp="1"/>
          </p:cNvSpPr>
          <p:nvPr>
            <p:ph type="dt" idx="16"/>
          </p:nvPr>
        </p:nvSpPr>
        <p:spPr>
          <a:xfrm>
            <a:off x="457200" y="6356520"/>
            <a:ext cx="2133360" cy="364680"/>
          </a:xfrm>
          <a:prstGeom prst="rect">
            <a:avLst/>
          </a:prstGeom>
          <a:noFill/>
          <a:ln w="0">
            <a:noFill/>
          </a:ln>
        </p:spPr>
        <p:txBody>
          <a:bodyPr lIns="91440" rIns="91440" tIns="45720" bIns="45720" anchor="ctr">
            <a:noAutofit/>
          </a:bodyPr>
          <a:lstStyle>
            <a:lvl1pPr indent="0" defTabSz="914400">
              <a:lnSpc>
                <a:spcPct val="100000"/>
              </a:lnSpc>
              <a:buNone/>
              <a:defRPr b="0" lang="en-US" sz="1200" strike="noStrike" u="none">
                <a:solidFill>
                  <a:schemeClr val="dk1">
                    <a:tint val="75000"/>
                  </a:schemeClr>
                </a:solidFill>
                <a:effectLst/>
                <a:uFillTx/>
                <a:latin typeface="Calibri"/>
              </a:defRPr>
            </a:lvl1pPr>
          </a:lstStyle>
          <a:p>
            <a:pPr indent="0" defTabSz="914400">
              <a:lnSpc>
                <a:spcPct val="100000"/>
              </a:lnSpc>
              <a:buNone/>
            </a:pPr>
            <a:r>
              <a:rPr b="0" lang="en-US" sz="1200" strike="noStrike" u="none">
                <a:solidFill>
                  <a:schemeClr val="dk1">
                    <a:tint val="75000"/>
                  </a:schemeClr>
                </a:solidFill>
                <a:effectLst/>
                <a:uFillTx/>
                <a:latin typeface="Calibri"/>
              </a:rPr>
              <a:t>&lt;date/time&gt;</a:t>
            </a:r>
            <a:endParaRPr b="0" lang="fr-FR" sz="1200" strike="noStrike" u="none">
              <a:solidFill>
                <a:srgbClr val="000000"/>
              </a:solidFill>
              <a:effectLst/>
              <a:uFillTx/>
              <a:latin typeface="Times New Roman"/>
            </a:endParaRPr>
          </a:p>
        </p:txBody>
      </p:sp>
      <p:sp>
        <p:nvSpPr>
          <p:cNvPr id="28" name="PlaceHolder 5"/>
          <p:cNvSpPr>
            <a:spLocks noGrp="1"/>
          </p:cNvSpPr>
          <p:nvPr>
            <p:ph type="ftr" idx="17"/>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fr-FR" sz="1400" strike="noStrike" u="none">
                <a:solidFill>
                  <a:srgbClr val="000000"/>
                </a:solidFill>
                <a:effectLst/>
                <a:uFillTx/>
                <a:latin typeface="Times New Roman"/>
              </a:defRPr>
            </a:lvl1pPr>
          </a:lstStyle>
          <a:p>
            <a:pPr indent="0" algn="ctr">
              <a:buNone/>
            </a:pPr>
            <a:r>
              <a:rPr b="0" lang="fr-FR" sz="1400" strike="noStrike" u="none">
                <a:solidFill>
                  <a:srgbClr val="000000"/>
                </a:solidFill>
                <a:effectLst/>
                <a:uFillTx/>
                <a:latin typeface="Times New Roman"/>
              </a:rPr>
              <a:t>&lt;footer&gt;</a:t>
            </a:r>
            <a:endParaRPr b="0" lang="fr-FR" sz="1400" strike="noStrike" u="none">
              <a:solidFill>
                <a:srgbClr val="000000"/>
              </a:solidFill>
              <a:effectLst/>
              <a:uFillTx/>
              <a:latin typeface="Times New Roman"/>
            </a:endParaRPr>
          </a:p>
        </p:txBody>
      </p:sp>
      <p:sp>
        <p:nvSpPr>
          <p:cNvPr id="29" name="PlaceHolder 6"/>
          <p:cNvSpPr>
            <a:spLocks noGrp="1"/>
          </p:cNvSpPr>
          <p:nvPr>
            <p:ph type="sldNum" idx="18"/>
          </p:nvPr>
        </p:nvSpPr>
        <p:spPr>
          <a:xfrm>
            <a:off x="6553080" y="6356520"/>
            <a:ext cx="213336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1200" strike="noStrike" u="none">
                <a:solidFill>
                  <a:schemeClr val="dk1">
                    <a:tint val="75000"/>
                  </a:schemeClr>
                </a:solidFill>
                <a:effectLst/>
                <a:uFillTx/>
                <a:latin typeface="Calibri"/>
              </a:defRPr>
            </a:lvl1pPr>
          </a:lstStyle>
          <a:p>
            <a:pPr indent="0" algn="r" defTabSz="914400">
              <a:lnSpc>
                <a:spcPct val="100000"/>
              </a:lnSpc>
              <a:buNone/>
            </a:pPr>
            <a:fld id="{C2F149BA-43B6-4CBF-8D1E-AE7A7ED97FE0}" type="slidenum">
              <a:rPr b="0" lang="en-US" sz="1200" strike="noStrike" u="none">
                <a:solidFill>
                  <a:schemeClr val="dk1">
                    <a:tint val="75000"/>
                  </a:schemeClr>
                </a:solidFill>
                <a:effectLst/>
                <a:uFillTx/>
                <a:latin typeface="Calibri"/>
              </a:rPr>
              <a:t>&lt;number&gt;</a:t>
            </a:fld>
            <a:endParaRPr b="0" lang="fr-FR" sz="1200" strike="noStrike" u="non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0" name="PlaceHolder 1"/>
          <p:cNvSpPr>
            <a:spLocks noGrp="1"/>
          </p:cNvSpPr>
          <p:nvPr>
            <p:ph type="title"/>
          </p:nvPr>
        </p:nvSpPr>
        <p:spPr>
          <a:xfrm>
            <a:off x="457200" y="274680"/>
            <a:ext cx="8229240" cy="1142640"/>
          </a:xfrm>
          <a:prstGeom prst="rect">
            <a:avLst/>
          </a:prstGeom>
          <a:noFill/>
          <a:ln w="0">
            <a:noFill/>
          </a:ln>
        </p:spPr>
        <p:txBody>
          <a:bodyPr lIns="91440" rIns="91440" tIns="45720" bIns="45720" anchor="ctr">
            <a:noAutofit/>
          </a:bodyPr>
          <a:p>
            <a:pPr indent="0" algn="ctr" defTabSz="914400">
              <a:lnSpc>
                <a:spcPct val="100000"/>
              </a:lnSpc>
              <a:buNone/>
            </a:pPr>
            <a:r>
              <a:rPr b="0" lang="en-US" sz="4400" strike="noStrike" u="none">
                <a:solidFill>
                  <a:schemeClr val="dk1"/>
                </a:solidFill>
                <a:effectLst/>
                <a:uFillTx/>
                <a:latin typeface="Calibri"/>
              </a:rPr>
              <a:t>Click to edit Master title style</a:t>
            </a:r>
            <a:endParaRPr b="0" lang="en-US" sz="4400" strike="noStrike" u="none">
              <a:solidFill>
                <a:schemeClr val="dk1"/>
              </a:solidFill>
              <a:effectLst/>
              <a:uFillTx/>
              <a:latin typeface="Calibri"/>
            </a:endParaRPr>
          </a:p>
        </p:txBody>
      </p:sp>
      <p:sp>
        <p:nvSpPr>
          <p:cNvPr id="31" name="PlaceHolder 2"/>
          <p:cNvSpPr>
            <a:spLocks noGrp="1"/>
          </p:cNvSpPr>
          <p:nvPr>
            <p:ph type="body"/>
          </p:nvPr>
        </p:nvSpPr>
        <p:spPr>
          <a:xfrm>
            <a:off x="457200" y="1535040"/>
            <a:ext cx="4039920" cy="639360"/>
          </a:xfrm>
          <a:prstGeom prst="rect">
            <a:avLst/>
          </a:prstGeom>
          <a:noFill/>
          <a:ln w="0">
            <a:noFill/>
          </a:ln>
        </p:spPr>
        <p:txBody>
          <a:bodyPr lIns="91440" rIns="91440" tIns="45720" bIns="45720" anchor="b">
            <a:noAutofit/>
          </a:bodyPr>
          <a:p>
            <a:pPr marL="432000" indent="-324000" defTabSz="914400">
              <a:lnSpc>
                <a:spcPct val="100000"/>
              </a:lnSpc>
              <a:spcBef>
                <a:spcPts val="479"/>
              </a:spcBef>
              <a:buClr>
                <a:srgbClr val="000000"/>
              </a:buClr>
              <a:buSzPct val="45000"/>
              <a:buFont typeface="Wingdings" charset="2"/>
              <a:buChar char=""/>
              <a:tabLst>
                <a:tab algn="l" pos="0"/>
              </a:tabLst>
            </a:pPr>
            <a:r>
              <a:rPr b="1" lang="en-US" sz="2400" strike="noStrike" u="none">
                <a:solidFill>
                  <a:schemeClr val="dk1"/>
                </a:solidFill>
                <a:effectLst/>
                <a:uFillTx/>
                <a:latin typeface="Calibri"/>
              </a:rPr>
              <a:t>Click to edit Master text styles</a:t>
            </a:r>
            <a:endParaRPr b="0" lang="en-US" sz="2400" strike="noStrike" u="none">
              <a:solidFill>
                <a:schemeClr val="dk1"/>
              </a:solidFill>
              <a:effectLst/>
              <a:uFillTx/>
              <a:latin typeface="Calibri"/>
            </a:endParaRPr>
          </a:p>
        </p:txBody>
      </p:sp>
      <p:sp>
        <p:nvSpPr>
          <p:cNvPr id="32" name="PlaceHolder 3"/>
          <p:cNvSpPr>
            <a:spLocks noGrp="1"/>
          </p:cNvSpPr>
          <p:nvPr>
            <p:ph type="body"/>
          </p:nvPr>
        </p:nvSpPr>
        <p:spPr>
          <a:xfrm>
            <a:off x="457200" y="2174760"/>
            <a:ext cx="4039920" cy="3951000"/>
          </a:xfrm>
          <a:prstGeom prst="rect">
            <a:avLst/>
          </a:prstGeom>
          <a:noFill/>
          <a:ln w="0">
            <a:noFill/>
          </a:ln>
        </p:spPr>
        <p:txBody>
          <a:bodyPr lIns="91440" rIns="91440" tIns="45720" bIns="45720" anchor="t">
            <a:noAutofit/>
          </a:bodyPr>
          <a:p>
            <a:pPr marL="343080" indent="-343080" defTabSz="914400">
              <a:lnSpc>
                <a:spcPct val="100000"/>
              </a:lnSpc>
              <a:spcBef>
                <a:spcPts val="479"/>
              </a:spcBef>
              <a:buClr>
                <a:srgbClr val="000000"/>
              </a:buClr>
              <a:buFont typeface="Arial"/>
              <a:buChar char="•"/>
            </a:pPr>
            <a:r>
              <a:rPr b="0" lang="en-US" sz="2400" strike="noStrike" u="none">
                <a:solidFill>
                  <a:schemeClr val="dk1"/>
                </a:solidFill>
                <a:effectLst/>
                <a:uFillTx/>
                <a:latin typeface="Calibri"/>
              </a:rPr>
              <a:t>Click to edit Master text styles</a:t>
            </a:r>
            <a:endParaRPr b="0" lang="en-US" sz="2400" strike="noStrike" u="none">
              <a:solidFill>
                <a:schemeClr val="dk1"/>
              </a:solidFill>
              <a:effectLst/>
              <a:uFillTx/>
              <a:latin typeface="Calibri"/>
            </a:endParaRPr>
          </a:p>
          <a:p>
            <a:pPr lvl="1" marL="743040" indent="-285840" defTabSz="914400">
              <a:lnSpc>
                <a:spcPct val="100000"/>
              </a:lnSpc>
              <a:spcBef>
                <a:spcPts val="400"/>
              </a:spcBef>
              <a:buClr>
                <a:srgbClr val="000000"/>
              </a:buClr>
              <a:buFont typeface="Arial"/>
              <a:buChar char="–"/>
            </a:pPr>
            <a:r>
              <a:rPr b="0" lang="en-US" sz="2000" strike="noStrike" u="none">
                <a:solidFill>
                  <a:schemeClr val="dk1"/>
                </a:solidFill>
                <a:effectLst/>
                <a:uFillTx/>
                <a:latin typeface="Calibri"/>
              </a:rPr>
              <a:t>Second level</a:t>
            </a:r>
            <a:endParaRPr b="0" lang="en-US" sz="2000" strike="noStrike" u="none">
              <a:solidFill>
                <a:schemeClr val="dk1"/>
              </a:solidFill>
              <a:effectLst/>
              <a:uFillTx/>
              <a:latin typeface="Calibri"/>
            </a:endParaRPr>
          </a:p>
          <a:p>
            <a:pPr lvl="2" marL="1143000" indent="-228600" defTabSz="914400">
              <a:lnSpc>
                <a:spcPct val="100000"/>
              </a:lnSpc>
              <a:spcBef>
                <a:spcPts val="360"/>
              </a:spcBef>
              <a:buClr>
                <a:srgbClr val="000000"/>
              </a:buClr>
              <a:buFont typeface="Arial"/>
              <a:buChar char="•"/>
            </a:pPr>
            <a:r>
              <a:rPr b="0" lang="en-US" sz="1800" strike="noStrike" u="none">
                <a:solidFill>
                  <a:schemeClr val="dk1"/>
                </a:solidFill>
                <a:effectLst/>
                <a:uFillTx/>
                <a:latin typeface="Calibri"/>
              </a:rPr>
              <a:t>Third level</a:t>
            </a:r>
            <a:endParaRPr b="0" lang="en-US" sz="1800" strike="noStrike" u="none">
              <a:solidFill>
                <a:schemeClr val="dk1"/>
              </a:solidFill>
              <a:effectLst/>
              <a:uFillTx/>
              <a:latin typeface="Calibri"/>
            </a:endParaRPr>
          </a:p>
          <a:p>
            <a:pPr lvl="3" marL="1600200" indent="-228600" defTabSz="914400">
              <a:lnSpc>
                <a:spcPct val="100000"/>
              </a:lnSpc>
              <a:spcBef>
                <a:spcPts val="320"/>
              </a:spcBef>
              <a:buClr>
                <a:srgbClr val="000000"/>
              </a:buClr>
              <a:buFont typeface="Arial"/>
              <a:buChar char="–"/>
            </a:pPr>
            <a:r>
              <a:rPr b="0" lang="en-US" sz="1600" strike="noStrike" u="none">
                <a:solidFill>
                  <a:schemeClr val="dk1"/>
                </a:solidFill>
                <a:effectLst/>
                <a:uFillTx/>
                <a:latin typeface="Calibri"/>
              </a:rPr>
              <a:t>Fourth level</a:t>
            </a:r>
            <a:endParaRPr b="0" lang="en-US" sz="1600" strike="noStrike" u="none">
              <a:solidFill>
                <a:schemeClr val="dk1"/>
              </a:solidFill>
              <a:effectLst/>
              <a:uFillTx/>
              <a:latin typeface="Calibri"/>
            </a:endParaRPr>
          </a:p>
          <a:p>
            <a:pPr lvl="4" marL="2057400" indent="-228600" defTabSz="914400">
              <a:lnSpc>
                <a:spcPct val="100000"/>
              </a:lnSpc>
              <a:spcBef>
                <a:spcPts val="320"/>
              </a:spcBef>
              <a:buClr>
                <a:srgbClr val="000000"/>
              </a:buClr>
              <a:buFont typeface="Arial"/>
              <a:buChar char="»"/>
            </a:pPr>
            <a:r>
              <a:rPr b="0" lang="en-US" sz="1600" strike="noStrike" u="none">
                <a:solidFill>
                  <a:schemeClr val="dk1"/>
                </a:solidFill>
                <a:effectLst/>
                <a:uFillTx/>
                <a:latin typeface="Calibri"/>
              </a:rPr>
              <a:t>Fifth level</a:t>
            </a:r>
            <a:endParaRPr b="0" lang="en-US" sz="1600" strike="noStrike" u="none">
              <a:solidFill>
                <a:schemeClr val="dk1"/>
              </a:solidFill>
              <a:effectLst/>
              <a:uFillTx/>
              <a:latin typeface="Calibri"/>
            </a:endParaRPr>
          </a:p>
        </p:txBody>
      </p:sp>
      <p:sp>
        <p:nvSpPr>
          <p:cNvPr id="33" name="PlaceHolder 4"/>
          <p:cNvSpPr>
            <a:spLocks noGrp="1"/>
          </p:cNvSpPr>
          <p:nvPr>
            <p:ph type="body"/>
          </p:nvPr>
        </p:nvSpPr>
        <p:spPr>
          <a:xfrm>
            <a:off x="4645080" y="1535040"/>
            <a:ext cx="4041360" cy="639360"/>
          </a:xfrm>
          <a:prstGeom prst="rect">
            <a:avLst/>
          </a:prstGeom>
          <a:noFill/>
          <a:ln w="0">
            <a:noFill/>
          </a:ln>
        </p:spPr>
        <p:txBody>
          <a:bodyPr lIns="91440" rIns="91440" tIns="45720" bIns="45720" anchor="b">
            <a:noAutofit/>
          </a:bodyPr>
          <a:p>
            <a:pPr indent="0" defTabSz="914400">
              <a:lnSpc>
                <a:spcPct val="100000"/>
              </a:lnSpc>
              <a:spcBef>
                <a:spcPts val="479"/>
              </a:spcBef>
              <a:buNone/>
              <a:tabLst>
                <a:tab algn="l" pos="0"/>
              </a:tabLst>
            </a:pPr>
            <a:r>
              <a:rPr b="1" lang="en-US" sz="2400" strike="noStrike" u="none">
                <a:solidFill>
                  <a:schemeClr val="dk1"/>
                </a:solidFill>
                <a:effectLst/>
                <a:uFillTx/>
                <a:latin typeface="Calibri"/>
              </a:rPr>
              <a:t>Click to edit Master text styles</a:t>
            </a:r>
            <a:endParaRPr b="0" lang="en-US" sz="2400" strike="noStrike" u="none">
              <a:solidFill>
                <a:schemeClr val="dk1"/>
              </a:solidFill>
              <a:effectLst/>
              <a:uFillTx/>
              <a:latin typeface="Calibri"/>
            </a:endParaRPr>
          </a:p>
        </p:txBody>
      </p:sp>
      <p:sp>
        <p:nvSpPr>
          <p:cNvPr id="34" name="PlaceHolder 5"/>
          <p:cNvSpPr>
            <a:spLocks noGrp="1"/>
          </p:cNvSpPr>
          <p:nvPr>
            <p:ph type="body"/>
          </p:nvPr>
        </p:nvSpPr>
        <p:spPr>
          <a:xfrm>
            <a:off x="4645080" y="2174760"/>
            <a:ext cx="4041360" cy="3951000"/>
          </a:xfrm>
          <a:prstGeom prst="rect">
            <a:avLst/>
          </a:prstGeom>
          <a:noFill/>
          <a:ln w="0">
            <a:noFill/>
          </a:ln>
        </p:spPr>
        <p:txBody>
          <a:bodyPr lIns="91440" rIns="91440" tIns="45720" bIns="45720" anchor="t">
            <a:noAutofit/>
          </a:bodyPr>
          <a:p>
            <a:pPr marL="343080" indent="-343080" defTabSz="914400">
              <a:lnSpc>
                <a:spcPct val="100000"/>
              </a:lnSpc>
              <a:spcBef>
                <a:spcPts val="479"/>
              </a:spcBef>
              <a:buClr>
                <a:srgbClr val="000000"/>
              </a:buClr>
              <a:buFont typeface="Arial"/>
              <a:buChar char="•"/>
            </a:pPr>
            <a:r>
              <a:rPr b="0" lang="en-US" sz="2400" strike="noStrike" u="none">
                <a:solidFill>
                  <a:schemeClr val="dk1"/>
                </a:solidFill>
                <a:effectLst/>
                <a:uFillTx/>
                <a:latin typeface="Calibri"/>
              </a:rPr>
              <a:t>Click to edit Master text styles</a:t>
            </a:r>
            <a:endParaRPr b="0" lang="en-US" sz="2400" strike="noStrike" u="none">
              <a:solidFill>
                <a:schemeClr val="dk1"/>
              </a:solidFill>
              <a:effectLst/>
              <a:uFillTx/>
              <a:latin typeface="Calibri"/>
            </a:endParaRPr>
          </a:p>
          <a:p>
            <a:pPr lvl="1" marL="743040" indent="-285840" defTabSz="914400">
              <a:lnSpc>
                <a:spcPct val="100000"/>
              </a:lnSpc>
              <a:spcBef>
                <a:spcPts val="400"/>
              </a:spcBef>
              <a:buClr>
                <a:srgbClr val="000000"/>
              </a:buClr>
              <a:buFont typeface="Arial"/>
              <a:buChar char="–"/>
            </a:pPr>
            <a:r>
              <a:rPr b="0" lang="en-US" sz="2000" strike="noStrike" u="none">
                <a:solidFill>
                  <a:schemeClr val="dk1"/>
                </a:solidFill>
                <a:effectLst/>
                <a:uFillTx/>
                <a:latin typeface="Calibri"/>
              </a:rPr>
              <a:t>Second level</a:t>
            </a:r>
            <a:endParaRPr b="0" lang="en-US" sz="2000" strike="noStrike" u="none">
              <a:solidFill>
                <a:schemeClr val="dk1"/>
              </a:solidFill>
              <a:effectLst/>
              <a:uFillTx/>
              <a:latin typeface="Calibri"/>
            </a:endParaRPr>
          </a:p>
          <a:p>
            <a:pPr lvl="2" marL="1143000" indent="-228600" defTabSz="914400">
              <a:lnSpc>
                <a:spcPct val="100000"/>
              </a:lnSpc>
              <a:spcBef>
                <a:spcPts val="360"/>
              </a:spcBef>
              <a:buClr>
                <a:srgbClr val="000000"/>
              </a:buClr>
              <a:buFont typeface="Arial"/>
              <a:buChar char="•"/>
            </a:pPr>
            <a:r>
              <a:rPr b="0" lang="en-US" sz="1800" strike="noStrike" u="none">
                <a:solidFill>
                  <a:schemeClr val="dk1"/>
                </a:solidFill>
                <a:effectLst/>
                <a:uFillTx/>
                <a:latin typeface="Calibri"/>
              </a:rPr>
              <a:t>Third level</a:t>
            </a:r>
            <a:endParaRPr b="0" lang="en-US" sz="1800" strike="noStrike" u="none">
              <a:solidFill>
                <a:schemeClr val="dk1"/>
              </a:solidFill>
              <a:effectLst/>
              <a:uFillTx/>
              <a:latin typeface="Calibri"/>
            </a:endParaRPr>
          </a:p>
          <a:p>
            <a:pPr lvl="3" marL="1600200" indent="-228600" defTabSz="914400">
              <a:lnSpc>
                <a:spcPct val="100000"/>
              </a:lnSpc>
              <a:spcBef>
                <a:spcPts val="320"/>
              </a:spcBef>
              <a:buClr>
                <a:srgbClr val="000000"/>
              </a:buClr>
              <a:buFont typeface="Arial"/>
              <a:buChar char="–"/>
            </a:pPr>
            <a:r>
              <a:rPr b="0" lang="en-US" sz="1600" strike="noStrike" u="none">
                <a:solidFill>
                  <a:schemeClr val="dk1"/>
                </a:solidFill>
                <a:effectLst/>
                <a:uFillTx/>
                <a:latin typeface="Calibri"/>
              </a:rPr>
              <a:t>Fourth level</a:t>
            </a:r>
            <a:endParaRPr b="0" lang="en-US" sz="1600" strike="noStrike" u="none">
              <a:solidFill>
                <a:schemeClr val="dk1"/>
              </a:solidFill>
              <a:effectLst/>
              <a:uFillTx/>
              <a:latin typeface="Calibri"/>
            </a:endParaRPr>
          </a:p>
          <a:p>
            <a:pPr lvl="4" marL="2057400" indent="-228600" defTabSz="914400">
              <a:lnSpc>
                <a:spcPct val="100000"/>
              </a:lnSpc>
              <a:spcBef>
                <a:spcPts val="320"/>
              </a:spcBef>
              <a:buClr>
                <a:srgbClr val="000000"/>
              </a:buClr>
              <a:buFont typeface="Arial"/>
              <a:buChar char="»"/>
            </a:pPr>
            <a:r>
              <a:rPr b="0" lang="en-US" sz="1600" strike="noStrike" u="none">
                <a:solidFill>
                  <a:schemeClr val="dk1"/>
                </a:solidFill>
                <a:effectLst/>
                <a:uFillTx/>
                <a:latin typeface="Calibri"/>
              </a:rPr>
              <a:t>Fifth level</a:t>
            </a:r>
            <a:endParaRPr b="0" lang="en-US" sz="1600" strike="noStrike" u="none">
              <a:solidFill>
                <a:schemeClr val="dk1"/>
              </a:solidFill>
              <a:effectLst/>
              <a:uFillTx/>
              <a:latin typeface="Calibri"/>
            </a:endParaRPr>
          </a:p>
        </p:txBody>
      </p:sp>
      <p:sp>
        <p:nvSpPr>
          <p:cNvPr id="35" name="PlaceHolder 6"/>
          <p:cNvSpPr>
            <a:spLocks noGrp="1"/>
          </p:cNvSpPr>
          <p:nvPr>
            <p:ph type="dt" idx="19"/>
          </p:nvPr>
        </p:nvSpPr>
        <p:spPr>
          <a:xfrm>
            <a:off x="457200" y="6356520"/>
            <a:ext cx="2133360" cy="364680"/>
          </a:xfrm>
          <a:prstGeom prst="rect">
            <a:avLst/>
          </a:prstGeom>
          <a:noFill/>
          <a:ln w="0">
            <a:noFill/>
          </a:ln>
        </p:spPr>
        <p:txBody>
          <a:bodyPr lIns="91440" rIns="91440" tIns="45720" bIns="45720" anchor="ctr">
            <a:noAutofit/>
          </a:bodyPr>
          <a:lstStyle>
            <a:lvl1pPr indent="0" defTabSz="914400">
              <a:lnSpc>
                <a:spcPct val="100000"/>
              </a:lnSpc>
              <a:buNone/>
              <a:defRPr b="0" lang="en-US" sz="1200" strike="noStrike" u="none">
                <a:solidFill>
                  <a:schemeClr val="dk1">
                    <a:tint val="75000"/>
                  </a:schemeClr>
                </a:solidFill>
                <a:effectLst/>
                <a:uFillTx/>
                <a:latin typeface="Calibri"/>
              </a:defRPr>
            </a:lvl1pPr>
          </a:lstStyle>
          <a:p>
            <a:pPr indent="0" defTabSz="914400">
              <a:lnSpc>
                <a:spcPct val="100000"/>
              </a:lnSpc>
              <a:buNone/>
            </a:pPr>
            <a:r>
              <a:rPr b="0" lang="en-US" sz="1200" strike="noStrike" u="none">
                <a:solidFill>
                  <a:schemeClr val="dk1">
                    <a:tint val="75000"/>
                  </a:schemeClr>
                </a:solidFill>
                <a:effectLst/>
                <a:uFillTx/>
                <a:latin typeface="Calibri"/>
              </a:rPr>
              <a:t>&lt;date/time&gt;</a:t>
            </a:r>
            <a:endParaRPr b="0" lang="fr-FR" sz="1200" strike="noStrike" u="none">
              <a:solidFill>
                <a:srgbClr val="000000"/>
              </a:solidFill>
              <a:effectLst/>
              <a:uFillTx/>
              <a:latin typeface="Times New Roman"/>
            </a:endParaRPr>
          </a:p>
        </p:txBody>
      </p:sp>
      <p:sp>
        <p:nvSpPr>
          <p:cNvPr id="36" name="PlaceHolder 7"/>
          <p:cNvSpPr>
            <a:spLocks noGrp="1"/>
          </p:cNvSpPr>
          <p:nvPr>
            <p:ph type="ftr" idx="20"/>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fr-FR" sz="1400" strike="noStrike" u="none">
                <a:solidFill>
                  <a:srgbClr val="000000"/>
                </a:solidFill>
                <a:effectLst/>
                <a:uFillTx/>
                <a:latin typeface="Times New Roman"/>
              </a:defRPr>
            </a:lvl1pPr>
          </a:lstStyle>
          <a:p>
            <a:pPr indent="0" algn="ctr">
              <a:buNone/>
            </a:pPr>
            <a:r>
              <a:rPr b="0" lang="fr-FR" sz="1400" strike="noStrike" u="none">
                <a:solidFill>
                  <a:srgbClr val="000000"/>
                </a:solidFill>
                <a:effectLst/>
                <a:uFillTx/>
                <a:latin typeface="Times New Roman"/>
              </a:rPr>
              <a:t>&lt;footer&gt;</a:t>
            </a:r>
            <a:endParaRPr b="0" lang="fr-FR" sz="1400" strike="noStrike" u="none">
              <a:solidFill>
                <a:srgbClr val="000000"/>
              </a:solidFill>
              <a:effectLst/>
              <a:uFillTx/>
              <a:latin typeface="Times New Roman"/>
            </a:endParaRPr>
          </a:p>
        </p:txBody>
      </p:sp>
      <p:sp>
        <p:nvSpPr>
          <p:cNvPr id="37" name="PlaceHolder 8"/>
          <p:cNvSpPr>
            <a:spLocks noGrp="1"/>
          </p:cNvSpPr>
          <p:nvPr>
            <p:ph type="sldNum" idx="21"/>
          </p:nvPr>
        </p:nvSpPr>
        <p:spPr>
          <a:xfrm>
            <a:off x="6553080" y="6356520"/>
            <a:ext cx="213336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1200" strike="noStrike" u="none">
                <a:solidFill>
                  <a:schemeClr val="dk1">
                    <a:tint val="75000"/>
                  </a:schemeClr>
                </a:solidFill>
                <a:effectLst/>
                <a:uFillTx/>
                <a:latin typeface="Calibri"/>
              </a:defRPr>
            </a:lvl1pPr>
          </a:lstStyle>
          <a:p>
            <a:pPr indent="0" algn="r" defTabSz="914400">
              <a:lnSpc>
                <a:spcPct val="100000"/>
              </a:lnSpc>
              <a:buNone/>
            </a:pPr>
            <a:fld id="{5A0AD477-D273-4D5C-BE21-63D63EE36359}" type="slidenum">
              <a:rPr b="0" lang="en-US" sz="1200" strike="noStrike" u="none">
                <a:solidFill>
                  <a:schemeClr val="dk1">
                    <a:tint val="75000"/>
                  </a:schemeClr>
                </a:solidFill>
                <a:effectLst/>
                <a:uFillTx/>
                <a:latin typeface="Calibri"/>
              </a:rPr>
              <a:t>&lt;number&gt;</a:t>
            </a:fld>
            <a:endParaRPr b="0" lang="fr-FR" sz="1200" strike="noStrike" u="non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8" name="PlaceHolder 1"/>
          <p:cNvSpPr>
            <a:spLocks noGrp="1"/>
          </p:cNvSpPr>
          <p:nvPr>
            <p:ph type="title"/>
          </p:nvPr>
        </p:nvSpPr>
        <p:spPr>
          <a:xfrm>
            <a:off x="457200" y="274680"/>
            <a:ext cx="8229240" cy="1142640"/>
          </a:xfrm>
          <a:prstGeom prst="rect">
            <a:avLst/>
          </a:prstGeom>
          <a:noFill/>
          <a:ln w="0">
            <a:noFill/>
          </a:ln>
        </p:spPr>
        <p:txBody>
          <a:bodyPr lIns="91440" rIns="91440" tIns="45720" bIns="45720" anchor="ctr">
            <a:noAutofit/>
          </a:bodyPr>
          <a:p>
            <a:pPr indent="0" algn="ctr" defTabSz="914400">
              <a:lnSpc>
                <a:spcPct val="100000"/>
              </a:lnSpc>
              <a:buNone/>
            </a:pPr>
            <a:r>
              <a:rPr b="0" lang="en-US" sz="4400" strike="noStrike" u="none">
                <a:solidFill>
                  <a:schemeClr val="dk1"/>
                </a:solidFill>
                <a:effectLst/>
                <a:uFillTx/>
                <a:latin typeface="Calibri"/>
              </a:rPr>
              <a:t>Click to edit Master title style</a:t>
            </a:r>
            <a:endParaRPr b="0" lang="en-US" sz="4400" strike="noStrike" u="none">
              <a:solidFill>
                <a:schemeClr val="dk1"/>
              </a:solidFill>
              <a:effectLst/>
              <a:uFillTx/>
              <a:latin typeface="Calibri"/>
            </a:endParaRPr>
          </a:p>
        </p:txBody>
      </p:sp>
      <p:sp>
        <p:nvSpPr>
          <p:cNvPr id="39" name="PlaceHolder 2"/>
          <p:cNvSpPr>
            <a:spLocks noGrp="1"/>
          </p:cNvSpPr>
          <p:nvPr>
            <p:ph type="dt" idx="22"/>
          </p:nvPr>
        </p:nvSpPr>
        <p:spPr>
          <a:xfrm>
            <a:off x="457200" y="6356520"/>
            <a:ext cx="2133360" cy="364680"/>
          </a:xfrm>
          <a:prstGeom prst="rect">
            <a:avLst/>
          </a:prstGeom>
          <a:noFill/>
          <a:ln w="0">
            <a:noFill/>
          </a:ln>
        </p:spPr>
        <p:txBody>
          <a:bodyPr lIns="91440" rIns="91440" tIns="45720" bIns="45720" anchor="ctr">
            <a:noAutofit/>
          </a:bodyPr>
          <a:lstStyle>
            <a:lvl1pPr indent="0" defTabSz="914400">
              <a:lnSpc>
                <a:spcPct val="100000"/>
              </a:lnSpc>
              <a:buNone/>
              <a:defRPr b="0" lang="en-US" sz="1200" strike="noStrike" u="none">
                <a:solidFill>
                  <a:schemeClr val="dk1">
                    <a:tint val="75000"/>
                  </a:schemeClr>
                </a:solidFill>
                <a:effectLst/>
                <a:uFillTx/>
                <a:latin typeface="Calibri"/>
              </a:defRPr>
            </a:lvl1pPr>
          </a:lstStyle>
          <a:p>
            <a:pPr indent="0" defTabSz="914400">
              <a:lnSpc>
                <a:spcPct val="100000"/>
              </a:lnSpc>
              <a:buNone/>
            </a:pPr>
            <a:r>
              <a:rPr b="0" lang="en-US" sz="1200" strike="noStrike" u="none">
                <a:solidFill>
                  <a:schemeClr val="dk1">
                    <a:tint val="75000"/>
                  </a:schemeClr>
                </a:solidFill>
                <a:effectLst/>
                <a:uFillTx/>
                <a:latin typeface="Calibri"/>
              </a:rPr>
              <a:t>&lt;date/time&gt;</a:t>
            </a:r>
            <a:endParaRPr b="0" lang="fr-FR" sz="1200" strike="noStrike" u="none">
              <a:solidFill>
                <a:srgbClr val="000000"/>
              </a:solidFill>
              <a:effectLst/>
              <a:uFillTx/>
              <a:latin typeface="Times New Roman"/>
            </a:endParaRPr>
          </a:p>
        </p:txBody>
      </p:sp>
      <p:sp>
        <p:nvSpPr>
          <p:cNvPr id="40" name="PlaceHolder 3"/>
          <p:cNvSpPr>
            <a:spLocks noGrp="1"/>
          </p:cNvSpPr>
          <p:nvPr>
            <p:ph type="ftr" idx="23"/>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fr-FR" sz="1400" strike="noStrike" u="none">
                <a:solidFill>
                  <a:srgbClr val="000000"/>
                </a:solidFill>
                <a:effectLst/>
                <a:uFillTx/>
                <a:latin typeface="Times New Roman"/>
              </a:defRPr>
            </a:lvl1pPr>
          </a:lstStyle>
          <a:p>
            <a:pPr indent="0" algn="ctr">
              <a:buNone/>
            </a:pPr>
            <a:r>
              <a:rPr b="0" lang="fr-FR" sz="1400" strike="noStrike" u="none">
                <a:solidFill>
                  <a:srgbClr val="000000"/>
                </a:solidFill>
                <a:effectLst/>
                <a:uFillTx/>
                <a:latin typeface="Times New Roman"/>
              </a:rPr>
              <a:t>&lt;footer&gt;</a:t>
            </a:r>
            <a:endParaRPr b="0" lang="fr-FR" sz="1400" strike="noStrike" u="none">
              <a:solidFill>
                <a:srgbClr val="000000"/>
              </a:solidFill>
              <a:effectLst/>
              <a:uFillTx/>
              <a:latin typeface="Times New Roman"/>
            </a:endParaRPr>
          </a:p>
        </p:txBody>
      </p:sp>
      <p:sp>
        <p:nvSpPr>
          <p:cNvPr id="41" name="PlaceHolder 4"/>
          <p:cNvSpPr>
            <a:spLocks noGrp="1"/>
          </p:cNvSpPr>
          <p:nvPr>
            <p:ph type="sldNum" idx="24"/>
          </p:nvPr>
        </p:nvSpPr>
        <p:spPr>
          <a:xfrm>
            <a:off x="6553080" y="6356520"/>
            <a:ext cx="213336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1200" strike="noStrike" u="none">
                <a:solidFill>
                  <a:schemeClr val="dk1">
                    <a:tint val="75000"/>
                  </a:schemeClr>
                </a:solidFill>
                <a:effectLst/>
                <a:uFillTx/>
                <a:latin typeface="Calibri"/>
              </a:defRPr>
            </a:lvl1pPr>
          </a:lstStyle>
          <a:p>
            <a:pPr indent="0" algn="r" defTabSz="914400">
              <a:lnSpc>
                <a:spcPct val="100000"/>
              </a:lnSpc>
              <a:buNone/>
            </a:pPr>
            <a:fld id="{B35982C8-4208-48C3-B294-3CF0483CED45}" type="slidenum">
              <a:rPr b="0" lang="en-US" sz="1200" strike="noStrike" u="none">
                <a:solidFill>
                  <a:schemeClr val="dk1">
                    <a:tint val="75000"/>
                  </a:schemeClr>
                </a:solidFill>
                <a:effectLst/>
                <a:uFillTx/>
                <a:latin typeface="Calibri"/>
              </a:rPr>
              <a:t>&lt;number&gt;</a:t>
            </a:fld>
            <a:endParaRPr b="0" lang="fr-FR" sz="1200" strike="noStrike" u="non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2" name="PlaceHolder 1"/>
          <p:cNvSpPr>
            <a:spLocks noGrp="1"/>
          </p:cNvSpPr>
          <p:nvPr>
            <p:ph type="dt" idx="25"/>
          </p:nvPr>
        </p:nvSpPr>
        <p:spPr>
          <a:xfrm>
            <a:off x="457200" y="6356520"/>
            <a:ext cx="2133360" cy="364680"/>
          </a:xfrm>
          <a:prstGeom prst="rect">
            <a:avLst/>
          </a:prstGeom>
          <a:noFill/>
          <a:ln w="0">
            <a:noFill/>
          </a:ln>
        </p:spPr>
        <p:txBody>
          <a:bodyPr lIns="91440" rIns="91440" tIns="45720" bIns="45720" anchor="ctr">
            <a:noAutofit/>
          </a:bodyPr>
          <a:lstStyle>
            <a:lvl1pPr indent="0" defTabSz="914400">
              <a:lnSpc>
                <a:spcPct val="100000"/>
              </a:lnSpc>
              <a:buNone/>
              <a:defRPr b="0" lang="en-US" sz="1200" strike="noStrike" u="none">
                <a:solidFill>
                  <a:schemeClr val="dk1">
                    <a:tint val="75000"/>
                  </a:schemeClr>
                </a:solidFill>
                <a:effectLst/>
                <a:uFillTx/>
                <a:latin typeface="Calibri"/>
              </a:defRPr>
            </a:lvl1pPr>
          </a:lstStyle>
          <a:p>
            <a:pPr indent="0" defTabSz="914400">
              <a:lnSpc>
                <a:spcPct val="100000"/>
              </a:lnSpc>
              <a:buNone/>
            </a:pPr>
            <a:r>
              <a:rPr b="0" lang="en-US" sz="1200" strike="noStrike" u="none">
                <a:solidFill>
                  <a:schemeClr val="dk1">
                    <a:tint val="75000"/>
                  </a:schemeClr>
                </a:solidFill>
                <a:effectLst/>
                <a:uFillTx/>
                <a:latin typeface="Calibri"/>
              </a:rPr>
              <a:t>&lt;date/time&gt;</a:t>
            </a:r>
            <a:endParaRPr b="0" lang="fr-FR" sz="1200" strike="noStrike" u="none">
              <a:solidFill>
                <a:srgbClr val="000000"/>
              </a:solidFill>
              <a:effectLst/>
              <a:uFillTx/>
              <a:latin typeface="Times New Roman"/>
            </a:endParaRPr>
          </a:p>
        </p:txBody>
      </p:sp>
      <p:sp>
        <p:nvSpPr>
          <p:cNvPr id="43" name="PlaceHolder 2"/>
          <p:cNvSpPr>
            <a:spLocks noGrp="1"/>
          </p:cNvSpPr>
          <p:nvPr>
            <p:ph type="ftr" idx="26"/>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fr-FR" sz="1400" strike="noStrike" u="none">
                <a:solidFill>
                  <a:srgbClr val="000000"/>
                </a:solidFill>
                <a:effectLst/>
                <a:uFillTx/>
                <a:latin typeface="Times New Roman"/>
              </a:defRPr>
            </a:lvl1pPr>
          </a:lstStyle>
          <a:p>
            <a:pPr indent="0" algn="ctr">
              <a:buNone/>
            </a:pPr>
            <a:r>
              <a:rPr b="0" lang="fr-FR" sz="1400" strike="noStrike" u="none">
                <a:solidFill>
                  <a:srgbClr val="000000"/>
                </a:solidFill>
                <a:effectLst/>
                <a:uFillTx/>
                <a:latin typeface="Times New Roman"/>
              </a:rPr>
              <a:t>&lt;footer&gt;</a:t>
            </a:r>
            <a:endParaRPr b="0" lang="fr-FR" sz="1400" strike="noStrike" u="none">
              <a:solidFill>
                <a:srgbClr val="000000"/>
              </a:solidFill>
              <a:effectLst/>
              <a:uFillTx/>
              <a:latin typeface="Times New Roman"/>
            </a:endParaRPr>
          </a:p>
        </p:txBody>
      </p:sp>
      <p:sp>
        <p:nvSpPr>
          <p:cNvPr id="44" name="PlaceHolder 3"/>
          <p:cNvSpPr>
            <a:spLocks noGrp="1"/>
          </p:cNvSpPr>
          <p:nvPr>
            <p:ph type="sldNum" idx="27"/>
          </p:nvPr>
        </p:nvSpPr>
        <p:spPr>
          <a:xfrm>
            <a:off x="6553080" y="6356520"/>
            <a:ext cx="213336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1200" strike="noStrike" u="none">
                <a:solidFill>
                  <a:schemeClr val="dk1">
                    <a:tint val="75000"/>
                  </a:schemeClr>
                </a:solidFill>
                <a:effectLst/>
                <a:uFillTx/>
                <a:latin typeface="Calibri"/>
              </a:defRPr>
            </a:lvl1pPr>
          </a:lstStyle>
          <a:p>
            <a:pPr indent="0" algn="r" defTabSz="914400">
              <a:lnSpc>
                <a:spcPct val="100000"/>
              </a:lnSpc>
              <a:buNone/>
            </a:pPr>
            <a:fld id="{7133CB38-CD9D-4A08-9899-4121232268EC}" type="slidenum">
              <a:rPr b="0" lang="en-US" sz="1200" strike="noStrike" u="none">
                <a:solidFill>
                  <a:schemeClr val="dk1">
                    <a:tint val="75000"/>
                  </a:schemeClr>
                </a:solidFill>
                <a:effectLst/>
                <a:uFillTx/>
                <a:latin typeface="Calibri"/>
              </a:rPr>
              <a:t>&lt;number&gt;</a:t>
            </a:fld>
            <a:endParaRPr b="0" lang="fr-FR" sz="1200" strike="noStrike" u="none">
              <a:solidFill>
                <a:srgbClr val="000000"/>
              </a:solidFill>
              <a:effectLst/>
              <a:uFillTx/>
              <a:latin typeface="Times New Roman"/>
            </a:endParaRPr>
          </a:p>
        </p:txBody>
      </p:sp>
      <p:sp>
        <p:nvSpPr>
          <p:cNvPr id="45" name="PlaceHolder 4"/>
          <p:cNvSpPr>
            <a:spLocks noGrp="1"/>
          </p:cNvSpPr>
          <p:nvPr>
            <p:ph type="title"/>
          </p:nvPr>
        </p:nvSpPr>
        <p:spPr>
          <a:xfrm>
            <a:off x="914400" y="410400"/>
            <a:ext cx="16458840" cy="1717560"/>
          </a:xfrm>
          <a:prstGeom prst="rect">
            <a:avLst/>
          </a:prstGeom>
          <a:noFill/>
          <a:ln w="0">
            <a:noFill/>
          </a:ln>
        </p:spPr>
        <p:txBody>
          <a:bodyPr lIns="0" rIns="0" tIns="0" bIns="0" anchor="ctr">
            <a:noAutofit/>
          </a:bodyPr>
          <a:p>
            <a:pPr indent="0">
              <a:buNone/>
            </a:pPr>
            <a:r>
              <a:rPr b="0" lang="en-US" sz="1800" strike="noStrike" u="none">
                <a:solidFill>
                  <a:schemeClr val="dk1"/>
                </a:solidFill>
                <a:effectLst/>
                <a:uFillTx/>
                <a:latin typeface="Calibri"/>
              </a:rPr>
              <a:t>Click to edit the title text format</a:t>
            </a:r>
            <a:endParaRPr b="0" lang="en-US" sz="1800" strike="noStrike" u="none">
              <a:solidFill>
                <a:schemeClr val="dk1"/>
              </a:solidFill>
              <a:effectLst/>
              <a:uFillTx/>
              <a:latin typeface="Calibri"/>
            </a:endParaRPr>
          </a:p>
        </p:txBody>
      </p:sp>
      <p:sp>
        <p:nvSpPr>
          <p:cNvPr id="46" name="PlaceHolder 5"/>
          <p:cNvSpPr>
            <a:spLocks noGrp="1"/>
          </p:cNvSpPr>
          <p:nvPr>
            <p:ph type="body"/>
          </p:nvPr>
        </p:nvSpPr>
        <p:spPr>
          <a:xfrm>
            <a:off x="914400" y="2406960"/>
            <a:ext cx="16458840" cy="5965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trike="noStrike" u="none">
                <a:solidFill>
                  <a:schemeClr val="dk1"/>
                </a:solidFill>
                <a:effectLst/>
                <a:uFillTx/>
                <a:latin typeface="Calibri"/>
              </a:rPr>
              <a:t>Click to edit the outline text format</a:t>
            </a:r>
            <a:endParaRPr b="0" lang="en-US" sz="3200" strike="noStrike" u="none">
              <a:solidFill>
                <a:schemeClr val="dk1"/>
              </a:solidFill>
              <a:effectLst/>
              <a:uFillTx/>
              <a:latin typeface="Calibri"/>
            </a:endParaRPr>
          </a:p>
          <a:p>
            <a:pPr lvl="1" marL="864000" indent="-324000">
              <a:spcBef>
                <a:spcPts val="1134"/>
              </a:spcBef>
              <a:buClr>
                <a:srgbClr val="000000"/>
              </a:buClr>
              <a:buSzPct val="75000"/>
              <a:buFont typeface="Symbol" charset="2"/>
              <a:buChar char=""/>
            </a:pPr>
            <a:r>
              <a:rPr b="0" lang="en-US" sz="2400" strike="noStrike" u="none">
                <a:solidFill>
                  <a:schemeClr val="dk1"/>
                </a:solidFill>
                <a:effectLst/>
                <a:uFillTx/>
                <a:latin typeface="Calibri"/>
              </a:rPr>
              <a:t>Second Outline Level</a:t>
            </a:r>
            <a:endParaRPr b="0" lang="en-US" sz="2400" strike="noStrike" u="none">
              <a:solidFill>
                <a:schemeClr val="dk1"/>
              </a:solidFill>
              <a:effectLst/>
              <a:uFillTx/>
              <a:latin typeface="Calibri"/>
            </a:endParaRPr>
          </a:p>
          <a:p>
            <a:pPr lvl="2" marL="1296000" indent="-288000">
              <a:spcBef>
                <a:spcPts val="850"/>
              </a:spcBef>
              <a:buClr>
                <a:srgbClr val="000000"/>
              </a:buClr>
              <a:buSzPct val="45000"/>
              <a:buFont typeface="Wingdings" charset="2"/>
              <a:buChar char=""/>
            </a:pPr>
            <a:r>
              <a:rPr b="0" lang="en-US" sz="2000" strike="noStrike" u="none">
                <a:solidFill>
                  <a:schemeClr val="dk1"/>
                </a:solidFill>
                <a:effectLst/>
                <a:uFillTx/>
                <a:latin typeface="Calibri"/>
              </a:rPr>
              <a:t>Third Outline Level</a:t>
            </a:r>
            <a:endParaRPr b="0" lang="en-US" sz="2000" strike="noStrike" u="none">
              <a:solidFill>
                <a:schemeClr val="dk1"/>
              </a:solidFill>
              <a:effectLst/>
              <a:uFillTx/>
              <a:latin typeface="Calibri"/>
            </a:endParaRPr>
          </a:p>
          <a:p>
            <a:pPr lvl="3" marL="1728000" indent="-216000">
              <a:spcBef>
                <a:spcPts val="567"/>
              </a:spcBef>
              <a:buClr>
                <a:srgbClr val="000000"/>
              </a:buClr>
              <a:buSzPct val="75000"/>
              <a:buFont typeface="Symbol" charset="2"/>
              <a:buChar char=""/>
            </a:pPr>
            <a:r>
              <a:rPr b="0" lang="en-US" sz="2000" strike="noStrike" u="none">
                <a:solidFill>
                  <a:schemeClr val="dk1"/>
                </a:solidFill>
                <a:effectLst/>
                <a:uFillTx/>
                <a:latin typeface="Calibri"/>
              </a:rPr>
              <a:t>Fourth Outline Level</a:t>
            </a:r>
            <a:endParaRPr b="0" lang="en-US" sz="2000" strike="noStrike" u="none">
              <a:solidFill>
                <a:schemeClr val="dk1"/>
              </a:solidFill>
              <a:effectLst/>
              <a:uFillTx/>
              <a:latin typeface="Calibri"/>
            </a:endParaRPr>
          </a:p>
          <a:p>
            <a:pPr lvl="4" marL="2160000" indent="-216000">
              <a:spcBef>
                <a:spcPts val="283"/>
              </a:spcBef>
              <a:buClr>
                <a:srgbClr val="000000"/>
              </a:buClr>
              <a:buSzPct val="45000"/>
              <a:buFont typeface="Wingdings" charset="2"/>
              <a:buChar char=""/>
            </a:pPr>
            <a:r>
              <a:rPr b="0" lang="en-US" sz="2000" strike="noStrike" u="none">
                <a:solidFill>
                  <a:schemeClr val="dk1"/>
                </a:solidFill>
                <a:effectLst/>
                <a:uFillTx/>
                <a:latin typeface="Calibri"/>
              </a:rPr>
              <a:t>Fifth Outline Level</a:t>
            </a:r>
            <a:endParaRPr b="0" lang="en-US" sz="2000" strike="noStrike" u="none">
              <a:solidFill>
                <a:schemeClr val="dk1"/>
              </a:solidFill>
              <a:effectLst/>
              <a:uFillTx/>
              <a:latin typeface="Calibri"/>
            </a:endParaRPr>
          </a:p>
          <a:p>
            <a:pPr lvl="5" marL="2592000" indent="-216000">
              <a:spcBef>
                <a:spcPts val="283"/>
              </a:spcBef>
              <a:buClr>
                <a:srgbClr val="000000"/>
              </a:buClr>
              <a:buSzPct val="45000"/>
              <a:buFont typeface="Wingdings" charset="2"/>
              <a:buChar char=""/>
            </a:pPr>
            <a:r>
              <a:rPr b="0" lang="en-US" sz="2000" strike="noStrike" u="none">
                <a:solidFill>
                  <a:schemeClr val="dk1"/>
                </a:solidFill>
                <a:effectLst/>
                <a:uFillTx/>
                <a:latin typeface="Calibri"/>
              </a:rPr>
              <a:t>Sixth Outline Level</a:t>
            </a:r>
            <a:endParaRPr b="0" lang="en-US" sz="2000" strike="noStrike" u="none">
              <a:solidFill>
                <a:schemeClr val="dk1"/>
              </a:solidFill>
              <a:effectLst/>
              <a:uFillTx/>
              <a:latin typeface="Calibri"/>
            </a:endParaRPr>
          </a:p>
          <a:p>
            <a:pPr lvl="6" marL="3024000" indent="-216000">
              <a:spcBef>
                <a:spcPts val="283"/>
              </a:spcBef>
              <a:buClr>
                <a:srgbClr val="000000"/>
              </a:buClr>
              <a:buSzPct val="45000"/>
              <a:buFont typeface="Wingdings" charset="2"/>
              <a:buChar char=""/>
            </a:pPr>
            <a:r>
              <a:rPr b="0" lang="en-US" sz="2000" strike="noStrike" u="none">
                <a:solidFill>
                  <a:schemeClr val="dk1"/>
                </a:solidFill>
                <a:effectLst/>
                <a:uFillTx/>
                <a:latin typeface="Calibri"/>
              </a:rPr>
              <a:t>Seventh Outline Level</a:t>
            </a:r>
            <a:endParaRPr b="0" lang="en-US" sz="2000" strike="noStrike" u="none">
              <a:solidFill>
                <a:schemeClr val="dk1"/>
              </a:solidFill>
              <a:effectLst/>
              <a:uFillTx/>
              <a:latin typeface="Calibri"/>
            </a:endParaRPr>
          </a:p>
        </p:txBody>
      </p:sp>
    </p:spTree>
  </p:cSld>
  <p:clrMap bg1="lt1" tx1="dk1" bg2="lt2" tx2="dk2" accent1="accent1" accent2="accent2" accent3="accent3" accent4="accent4" accent5="accent5" accent6="accent6" hlink="hlink" folHlink="folHlink"/>
  <p:sldLayoutIdLst>
    <p:sldLayoutId id="2147483657" r:id="rId2"/>
    <p:sldLayoutId id="2147483658" r:id="rId3"/>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9" name="PlaceHolder 1"/>
          <p:cNvSpPr>
            <a:spLocks noGrp="1"/>
          </p:cNvSpPr>
          <p:nvPr>
            <p:ph type="title"/>
          </p:nvPr>
        </p:nvSpPr>
        <p:spPr>
          <a:xfrm>
            <a:off x="457200" y="272880"/>
            <a:ext cx="3007800" cy="1161720"/>
          </a:xfrm>
          <a:prstGeom prst="rect">
            <a:avLst/>
          </a:prstGeom>
          <a:noFill/>
          <a:ln w="0">
            <a:noFill/>
          </a:ln>
        </p:spPr>
        <p:txBody>
          <a:bodyPr lIns="91440" rIns="91440" tIns="45720" bIns="45720" anchor="b">
            <a:noAutofit/>
          </a:bodyPr>
          <a:p>
            <a:pPr indent="0" defTabSz="914400">
              <a:lnSpc>
                <a:spcPct val="100000"/>
              </a:lnSpc>
              <a:buNone/>
            </a:pPr>
            <a:r>
              <a:rPr b="1" lang="en-US" sz="2000" strike="noStrike" u="none">
                <a:solidFill>
                  <a:schemeClr val="dk1"/>
                </a:solidFill>
                <a:effectLst/>
                <a:uFillTx/>
                <a:latin typeface="Calibri"/>
              </a:rPr>
              <a:t>Click to edit Master title style</a:t>
            </a:r>
            <a:endParaRPr b="0" lang="en-US" sz="2000" strike="noStrike" u="none">
              <a:solidFill>
                <a:schemeClr val="dk1"/>
              </a:solidFill>
              <a:effectLst/>
              <a:uFillTx/>
              <a:latin typeface="Calibri"/>
            </a:endParaRPr>
          </a:p>
        </p:txBody>
      </p:sp>
      <p:sp>
        <p:nvSpPr>
          <p:cNvPr id="50" name="PlaceHolder 2"/>
          <p:cNvSpPr>
            <a:spLocks noGrp="1"/>
          </p:cNvSpPr>
          <p:nvPr>
            <p:ph type="body"/>
          </p:nvPr>
        </p:nvSpPr>
        <p:spPr>
          <a:xfrm>
            <a:off x="3575160" y="272880"/>
            <a:ext cx="5111280" cy="5852880"/>
          </a:xfrm>
          <a:prstGeom prst="rect">
            <a:avLst/>
          </a:prstGeom>
          <a:noFill/>
          <a:ln w="0">
            <a:noFill/>
          </a:ln>
        </p:spPr>
        <p:txBody>
          <a:bodyPr lIns="91440" rIns="91440" tIns="45720" bIns="45720" anchor="t">
            <a:noAutofit/>
          </a:bodyPr>
          <a:p>
            <a:pPr marL="432000" indent="-324000" defTabSz="914400">
              <a:lnSpc>
                <a:spcPct val="100000"/>
              </a:lnSpc>
              <a:spcBef>
                <a:spcPts val="641"/>
              </a:spcBef>
              <a:buClr>
                <a:srgbClr val="000000"/>
              </a:buClr>
              <a:buSzPct val="45000"/>
              <a:buFont typeface="Wingdings" charset="2"/>
              <a:buChar char=""/>
            </a:pPr>
            <a:r>
              <a:rPr b="0" lang="en-US" sz="3200" strike="noStrike" u="none">
                <a:solidFill>
                  <a:schemeClr val="dk1"/>
                </a:solidFill>
                <a:effectLst/>
                <a:uFillTx/>
                <a:latin typeface="Calibri"/>
              </a:rPr>
              <a:t>Click to edit Master text styles</a:t>
            </a:r>
            <a:endParaRPr b="0" lang="en-US" sz="3200" strike="noStrike" u="none">
              <a:solidFill>
                <a:schemeClr val="dk1"/>
              </a:solidFill>
              <a:effectLst/>
              <a:uFillTx/>
              <a:latin typeface="Calibri"/>
            </a:endParaRPr>
          </a:p>
          <a:p>
            <a:pPr lvl="1" marL="864000" indent="-324000" defTabSz="914400">
              <a:lnSpc>
                <a:spcPct val="100000"/>
              </a:lnSpc>
              <a:spcBef>
                <a:spcPts val="561"/>
              </a:spcBef>
              <a:buClr>
                <a:srgbClr val="000000"/>
              </a:buClr>
              <a:buSzPct val="75000"/>
              <a:buFont typeface="Symbol" charset="2"/>
              <a:buChar char=""/>
            </a:pPr>
            <a:r>
              <a:rPr b="0" lang="en-US" sz="2800" strike="noStrike" u="none">
                <a:solidFill>
                  <a:schemeClr val="dk1"/>
                </a:solidFill>
                <a:effectLst/>
                <a:uFillTx/>
                <a:latin typeface="Calibri"/>
              </a:rPr>
              <a:t>Second level</a:t>
            </a:r>
            <a:endParaRPr b="0" lang="en-US" sz="2800" strike="noStrike" u="none">
              <a:solidFill>
                <a:schemeClr val="dk1"/>
              </a:solidFill>
              <a:effectLst/>
              <a:uFillTx/>
              <a:latin typeface="Calibri"/>
            </a:endParaRPr>
          </a:p>
          <a:p>
            <a:pPr lvl="2" marL="1296000" indent="-288000" defTabSz="914400">
              <a:lnSpc>
                <a:spcPct val="100000"/>
              </a:lnSpc>
              <a:spcBef>
                <a:spcPts val="479"/>
              </a:spcBef>
              <a:buClr>
                <a:srgbClr val="000000"/>
              </a:buClr>
              <a:buSzPct val="45000"/>
              <a:buFont typeface="Wingdings" charset="2"/>
              <a:buChar char=""/>
            </a:pPr>
            <a:r>
              <a:rPr b="0" lang="en-US" sz="2400" strike="noStrike" u="none">
                <a:solidFill>
                  <a:schemeClr val="dk1"/>
                </a:solidFill>
                <a:effectLst/>
                <a:uFillTx/>
                <a:latin typeface="Calibri"/>
              </a:rPr>
              <a:t>Third level</a:t>
            </a:r>
            <a:endParaRPr b="0" lang="en-US" sz="2400" strike="noStrike" u="none">
              <a:solidFill>
                <a:schemeClr val="dk1"/>
              </a:solidFill>
              <a:effectLst/>
              <a:uFillTx/>
              <a:latin typeface="Calibri"/>
            </a:endParaRPr>
          </a:p>
          <a:p>
            <a:pPr lvl="3" marL="1728000" indent="-216000" defTabSz="914400">
              <a:lnSpc>
                <a:spcPct val="100000"/>
              </a:lnSpc>
              <a:spcBef>
                <a:spcPts val="400"/>
              </a:spcBef>
              <a:buClr>
                <a:srgbClr val="000000"/>
              </a:buClr>
              <a:buSzPct val="75000"/>
              <a:buFont typeface="Symbol" charset="2"/>
              <a:buChar char=""/>
            </a:pPr>
            <a:r>
              <a:rPr b="0" lang="en-US" sz="2000" strike="noStrike" u="none">
                <a:solidFill>
                  <a:schemeClr val="dk1"/>
                </a:solidFill>
                <a:effectLst/>
                <a:uFillTx/>
                <a:latin typeface="Calibri"/>
              </a:rPr>
              <a:t>Fourth level</a:t>
            </a:r>
            <a:endParaRPr b="0" lang="en-US" sz="2000" strike="noStrike" u="none">
              <a:solidFill>
                <a:schemeClr val="dk1"/>
              </a:solidFill>
              <a:effectLst/>
              <a:uFillTx/>
              <a:latin typeface="Calibri"/>
            </a:endParaRPr>
          </a:p>
          <a:p>
            <a:pPr lvl="4" marL="2160000" indent="-216000" defTabSz="914400">
              <a:lnSpc>
                <a:spcPct val="100000"/>
              </a:lnSpc>
              <a:spcBef>
                <a:spcPts val="400"/>
              </a:spcBef>
              <a:buClr>
                <a:srgbClr val="000000"/>
              </a:buClr>
              <a:buSzPct val="45000"/>
              <a:buFont typeface="Wingdings" charset="2"/>
              <a:buChar char=""/>
            </a:pPr>
            <a:r>
              <a:rPr b="0" lang="en-US" sz="2000" strike="noStrike" u="none">
                <a:solidFill>
                  <a:schemeClr val="dk1"/>
                </a:solidFill>
                <a:effectLst/>
                <a:uFillTx/>
                <a:latin typeface="Calibri"/>
              </a:rPr>
              <a:t>Fifth level</a:t>
            </a:r>
            <a:endParaRPr b="0" lang="en-US" sz="2000" strike="noStrike" u="none">
              <a:solidFill>
                <a:schemeClr val="dk1"/>
              </a:solidFill>
              <a:effectLst/>
              <a:uFillTx/>
              <a:latin typeface="Calibri"/>
            </a:endParaRPr>
          </a:p>
        </p:txBody>
      </p:sp>
      <p:sp>
        <p:nvSpPr>
          <p:cNvPr id="51" name="PlaceHolder 3"/>
          <p:cNvSpPr>
            <a:spLocks noGrp="1"/>
          </p:cNvSpPr>
          <p:nvPr>
            <p:ph type="body"/>
          </p:nvPr>
        </p:nvSpPr>
        <p:spPr>
          <a:xfrm>
            <a:off x="457200" y="1434960"/>
            <a:ext cx="3007800" cy="4690800"/>
          </a:xfrm>
          <a:prstGeom prst="rect">
            <a:avLst/>
          </a:prstGeom>
          <a:noFill/>
          <a:ln w="0">
            <a:noFill/>
          </a:ln>
        </p:spPr>
        <p:txBody>
          <a:bodyPr lIns="91440" rIns="91440" tIns="45720" bIns="45720" anchor="t">
            <a:noAutofit/>
          </a:bodyPr>
          <a:p>
            <a:pPr indent="0" defTabSz="914400">
              <a:lnSpc>
                <a:spcPct val="100000"/>
              </a:lnSpc>
              <a:spcBef>
                <a:spcPts val="281"/>
              </a:spcBef>
              <a:buNone/>
              <a:tabLst>
                <a:tab algn="l" pos="0"/>
              </a:tabLst>
            </a:pPr>
            <a:r>
              <a:rPr b="0" lang="en-US" sz="1400" strike="noStrike" u="none">
                <a:solidFill>
                  <a:schemeClr val="dk1"/>
                </a:solidFill>
                <a:effectLst/>
                <a:uFillTx/>
                <a:latin typeface="Calibri"/>
              </a:rPr>
              <a:t>Click to edit Master text styles</a:t>
            </a:r>
            <a:endParaRPr b="0" lang="en-US" sz="1400" strike="noStrike" u="none">
              <a:solidFill>
                <a:schemeClr val="dk1"/>
              </a:solidFill>
              <a:effectLst/>
              <a:uFillTx/>
              <a:latin typeface="Calibri"/>
            </a:endParaRPr>
          </a:p>
        </p:txBody>
      </p:sp>
      <p:sp>
        <p:nvSpPr>
          <p:cNvPr id="52" name="PlaceHolder 4"/>
          <p:cNvSpPr>
            <a:spLocks noGrp="1"/>
          </p:cNvSpPr>
          <p:nvPr>
            <p:ph type="dt" idx="28"/>
          </p:nvPr>
        </p:nvSpPr>
        <p:spPr>
          <a:xfrm>
            <a:off x="457200" y="6356520"/>
            <a:ext cx="2133360" cy="364680"/>
          </a:xfrm>
          <a:prstGeom prst="rect">
            <a:avLst/>
          </a:prstGeom>
          <a:noFill/>
          <a:ln w="0">
            <a:noFill/>
          </a:ln>
        </p:spPr>
        <p:txBody>
          <a:bodyPr lIns="91440" rIns="91440" tIns="45720" bIns="45720" anchor="ctr">
            <a:noAutofit/>
          </a:bodyPr>
          <a:lstStyle>
            <a:lvl1pPr indent="0" defTabSz="914400">
              <a:lnSpc>
                <a:spcPct val="100000"/>
              </a:lnSpc>
              <a:buNone/>
              <a:defRPr b="0" lang="en-US" sz="1200" strike="noStrike" u="none">
                <a:solidFill>
                  <a:schemeClr val="dk1">
                    <a:tint val="75000"/>
                  </a:schemeClr>
                </a:solidFill>
                <a:effectLst/>
                <a:uFillTx/>
                <a:latin typeface="Calibri"/>
              </a:defRPr>
            </a:lvl1pPr>
          </a:lstStyle>
          <a:p>
            <a:pPr indent="0" defTabSz="914400">
              <a:lnSpc>
                <a:spcPct val="100000"/>
              </a:lnSpc>
              <a:buNone/>
            </a:pPr>
            <a:r>
              <a:rPr b="0" lang="en-US" sz="1200" strike="noStrike" u="none">
                <a:solidFill>
                  <a:schemeClr val="dk1">
                    <a:tint val="75000"/>
                  </a:schemeClr>
                </a:solidFill>
                <a:effectLst/>
                <a:uFillTx/>
                <a:latin typeface="Calibri"/>
              </a:rPr>
              <a:t>&lt;date/time&gt;</a:t>
            </a:r>
            <a:endParaRPr b="0" lang="fr-FR" sz="1200" strike="noStrike" u="none">
              <a:solidFill>
                <a:srgbClr val="000000"/>
              </a:solidFill>
              <a:effectLst/>
              <a:uFillTx/>
              <a:latin typeface="Times New Roman"/>
            </a:endParaRPr>
          </a:p>
        </p:txBody>
      </p:sp>
      <p:sp>
        <p:nvSpPr>
          <p:cNvPr id="53" name="PlaceHolder 5"/>
          <p:cNvSpPr>
            <a:spLocks noGrp="1"/>
          </p:cNvSpPr>
          <p:nvPr>
            <p:ph type="ftr" idx="29"/>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fr-FR" sz="1400" strike="noStrike" u="none">
                <a:solidFill>
                  <a:srgbClr val="000000"/>
                </a:solidFill>
                <a:effectLst/>
                <a:uFillTx/>
                <a:latin typeface="Times New Roman"/>
              </a:defRPr>
            </a:lvl1pPr>
          </a:lstStyle>
          <a:p>
            <a:pPr indent="0" algn="ctr">
              <a:buNone/>
            </a:pPr>
            <a:r>
              <a:rPr b="0" lang="fr-FR" sz="1400" strike="noStrike" u="none">
                <a:solidFill>
                  <a:srgbClr val="000000"/>
                </a:solidFill>
                <a:effectLst/>
                <a:uFillTx/>
                <a:latin typeface="Times New Roman"/>
              </a:rPr>
              <a:t>&lt;footer&gt;</a:t>
            </a:r>
            <a:endParaRPr b="0" lang="fr-FR" sz="1400" strike="noStrike" u="none">
              <a:solidFill>
                <a:srgbClr val="000000"/>
              </a:solidFill>
              <a:effectLst/>
              <a:uFillTx/>
              <a:latin typeface="Times New Roman"/>
            </a:endParaRPr>
          </a:p>
        </p:txBody>
      </p:sp>
      <p:sp>
        <p:nvSpPr>
          <p:cNvPr id="54" name="PlaceHolder 6"/>
          <p:cNvSpPr>
            <a:spLocks noGrp="1"/>
          </p:cNvSpPr>
          <p:nvPr>
            <p:ph type="sldNum" idx="30"/>
          </p:nvPr>
        </p:nvSpPr>
        <p:spPr>
          <a:xfrm>
            <a:off x="6553080" y="6356520"/>
            <a:ext cx="213336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1200" strike="noStrike" u="none">
                <a:solidFill>
                  <a:schemeClr val="dk1">
                    <a:tint val="75000"/>
                  </a:schemeClr>
                </a:solidFill>
                <a:effectLst/>
                <a:uFillTx/>
                <a:latin typeface="Calibri"/>
              </a:defRPr>
            </a:lvl1pPr>
          </a:lstStyle>
          <a:p>
            <a:pPr indent="0" algn="r" defTabSz="914400">
              <a:lnSpc>
                <a:spcPct val="100000"/>
              </a:lnSpc>
              <a:buNone/>
            </a:pPr>
            <a:fld id="{56A8B496-06E4-44E3-8488-3BA624144C68}" type="slidenum">
              <a:rPr b="0" lang="en-US" sz="1200" strike="noStrike" u="none">
                <a:solidFill>
                  <a:schemeClr val="dk1">
                    <a:tint val="75000"/>
                  </a:schemeClr>
                </a:solidFill>
                <a:effectLst/>
                <a:uFillTx/>
                <a:latin typeface="Calibri"/>
              </a:rPr>
              <a:t>&lt;number&gt;</a:t>
            </a:fld>
            <a:endParaRPr b="0" lang="fr-FR" sz="1200" strike="noStrike" u="non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5" name="PlaceHolder 1"/>
          <p:cNvSpPr>
            <a:spLocks noGrp="1"/>
          </p:cNvSpPr>
          <p:nvPr>
            <p:ph type="title"/>
          </p:nvPr>
        </p:nvSpPr>
        <p:spPr>
          <a:xfrm>
            <a:off x="1792440" y="4800600"/>
            <a:ext cx="5486040" cy="566280"/>
          </a:xfrm>
          <a:prstGeom prst="rect">
            <a:avLst/>
          </a:prstGeom>
          <a:noFill/>
          <a:ln w="0">
            <a:noFill/>
          </a:ln>
        </p:spPr>
        <p:txBody>
          <a:bodyPr lIns="91440" rIns="91440" tIns="45720" bIns="45720" anchor="b">
            <a:noAutofit/>
          </a:bodyPr>
          <a:p>
            <a:pPr indent="0" defTabSz="914400">
              <a:lnSpc>
                <a:spcPct val="100000"/>
              </a:lnSpc>
              <a:buNone/>
            </a:pPr>
            <a:r>
              <a:rPr b="1" lang="en-US" sz="2000" strike="noStrike" u="none">
                <a:solidFill>
                  <a:schemeClr val="dk1"/>
                </a:solidFill>
                <a:effectLst/>
                <a:uFillTx/>
                <a:latin typeface="Calibri"/>
              </a:rPr>
              <a:t>Click to edit Master title style</a:t>
            </a:r>
            <a:endParaRPr b="0" lang="en-US" sz="2000" strike="noStrike" u="none">
              <a:solidFill>
                <a:schemeClr val="dk1"/>
              </a:solidFill>
              <a:effectLst/>
              <a:uFillTx/>
              <a:latin typeface="Calibri"/>
            </a:endParaRPr>
          </a:p>
        </p:txBody>
      </p:sp>
      <p:sp>
        <p:nvSpPr>
          <p:cNvPr id="56" name="PlaceHolder 2"/>
          <p:cNvSpPr>
            <a:spLocks noGrp="1"/>
          </p:cNvSpPr>
          <p:nvPr>
            <p:ph type="body"/>
          </p:nvPr>
        </p:nvSpPr>
        <p:spPr>
          <a:xfrm>
            <a:off x="1792440" y="612720"/>
            <a:ext cx="5486040" cy="411444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trike="noStrike" u="none">
                <a:solidFill>
                  <a:schemeClr val="dk1"/>
                </a:solidFill>
                <a:effectLst/>
                <a:uFillTx/>
                <a:latin typeface="Calibri"/>
              </a:rPr>
              <a:t>Click to edit the outline text format</a:t>
            </a:r>
            <a:endParaRPr b="0" lang="en-US" sz="3200" strike="noStrike" u="none">
              <a:solidFill>
                <a:schemeClr val="dk1"/>
              </a:solidFill>
              <a:effectLst/>
              <a:uFillTx/>
              <a:latin typeface="Calibri"/>
            </a:endParaRPr>
          </a:p>
          <a:p>
            <a:pPr lvl="1" marL="864000" indent="-324000">
              <a:spcBef>
                <a:spcPts val="1134"/>
              </a:spcBef>
              <a:buClr>
                <a:srgbClr val="000000"/>
              </a:buClr>
              <a:buSzPct val="75000"/>
              <a:buFont typeface="Symbol" charset="2"/>
              <a:buChar char=""/>
            </a:pPr>
            <a:r>
              <a:rPr b="0" lang="en-US" sz="2400" strike="noStrike" u="none">
                <a:solidFill>
                  <a:schemeClr val="dk1"/>
                </a:solidFill>
                <a:effectLst/>
                <a:uFillTx/>
                <a:latin typeface="Calibri"/>
              </a:rPr>
              <a:t>Second Outline Level</a:t>
            </a:r>
            <a:endParaRPr b="0" lang="en-US" sz="2400" strike="noStrike" u="none">
              <a:solidFill>
                <a:schemeClr val="dk1"/>
              </a:solidFill>
              <a:effectLst/>
              <a:uFillTx/>
              <a:latin typeface="Calibri"/>
            </a:endParaRPr>
          </a:p>
          <a:p>
            <a:pPr lvl="2" marL="1296000" indent="-288000">
              <a:spcBef>
                <a:spcPts val="850"/>
              </a:spcBef>
              <a:buClr>
                <a:srgbClr val="000000"/>
              </a:buClr>
              <a:buSzPct val="45000"/>
              <a:buFont typeface="Wingdings" charset="2"/>
              <a:buChar char=""/>
            </a:pPr>
            <a:r>
              <a:rPr b="0" lang="en-US" sz="2000" strike="noStrike" u="none">
                <a:solidFill>
                  <a:schemeClr val="dk1"/>
                </a:solidFill>
                <a:effectLst/>
                <a:uFillTx/>
                <a:latin typeface="Calibri"/>
              </a:rPr>
              <a:t>Third Outline Level</a:t>
            </a:r>
            <a:endParaRPr b="0" lang="en-US" sz="2000" strike="noStrike" u="none">
              <a:solidFill>
                <a:schemeClr val="dk1"/>
              </a:solidFill>
              <a:effectLst/>
              <a:uFillTx/>
              <a:latin typeface="Calibri"/>
            </a:endParaRPr>
          </a:p>
          <a:p>
            <a:pPr lvl="3" marL="1728000" indent="-216000">
              <a:spcBef>
                <a:spcPts val="567"/>
              </a:spcBef>
              <a:buClr>
                <a:srgbClr val="000000"/>
              </a:buClr>
              <a:buSzPct val="75000"/>
              <a:buFont typeface="Symbol" charset="2"/>
              <a:buChar char=""/>
            </a:pPr>
            <a:r>
              <a:rPr b="0" lang="en-US" sz="2000" strike="noStrike" u="none">
                <a:solidFill>
                  <a:schemeClr val="dk1"/>
                </a:solidFill>
                <a:effectLst/>
                <a:uFillTx/>
                <a:latin typeface="Calibri"/>
              </a:rPr>
              <a:t>Fourth Outline Level</a:t>
            </a:r>
            <a:endParaRPr b="0" lang="en-US" sz="2000" strike="noStrike" u="none">
              <a:solidFill>
                <a:schemeClr val="dk1"/>
              </a:solidFill>
              <a:effectLst/>
              <a:uFillTx/>
              <a:latin typeface="Calibri"/>
            </a:endParaRPr>
          </a:p>
          <a:p>
            <a:pPr lvl="4" marL="2160000" indent="-216000">
              <a:spcBef>
                <a:spcPts val="283"/>
              </a:spcBef>
              <a:buClr>
                <a:srgbClr val="000000"/>
              </a:buClr>
              <a:buSzPct val="45000"/>
              <a:buFont typeface="Wingdings" charset="2"/>
              <a:buChar char=""/>
            </a:pPr>
            <a:r>
              <a:rPr b="0" lang="en-US" sz="2000" strike="noStrike" u="none">
                <a:solidFill>
                  <a:schemeClr val="dk1"/>
                </a:solidFill>
                <a:effectLst/>
                <a:uFillTx/>
                <a:latin typeface="Calibri"/>
              </a:rPr>
              <a:t>Fifth Outline Level</a:t>
            </a:r>
            <a:endParaRPr b="0" lang="en-US" sz="2000" strike="noStrike" u="none">
              <a:solidFill>
                <a:schemeClr val="dk1"/>
              </a:solidFill>
              <a:effectLst/>
              <a:uFillTx/>
              <a:latin typeface="Calibri"/>
            </a:endParaRPr>
          </a:p>
          <a:p>
            <a:pPr lvl="5" marL="2592000" indent="-216000">
              <a:spcBef>
                <a:spcPts val="283"/>
              </a:spcBef>
              <a:buClr>
                <a:srgbClr val="000000"/>
              </a:buClr>
              <a:buSzPct val="45000"/>
              <a:buFont typeface="Wingdings" charset="2"/>
              <a:buChar char=""/>
            </a:pPr>
            <a:r>
              <a:rPr b="0" lang="en-US" sz="2000" strike="noStrike" u="none">
                <a:solidFill>
                  <a:schemeClr val="dk1"/>
                </a:solidFill>
                <a:effectLst/>
                <a:uFillTx/>
                <a:latin typeface="Calibri"/>
              </a:rPr>
              <a:t>Sixth Outline Level</a:t>
            </a:r>
            <a:endParaRPr b="0" lang="en-US" sz="2000" strike="noStrike" u="none">
              <a:solidFill>
                <a:schemeClr val="dk1"/>
              </a:solidFill>
              <a:effectLst/>
              <a:uFillTx/>
              <a:latin typeface="Calibri"/>
            </a:endParaRPr>
          </a:p>
          <a:p>
            <a:pPr lvl="6" marL="3024000" indent="-216000">
              <a:spcBef>
                <a:spcPts val="283"/>
              </a:spcBef>
              <a:buClr>
                <a:srgbClr val="000000"/>
              </a:buClr>
              <a:buSzPct val="45000"/>
              <a:buFont typeface="Wingdings" charset="2"/>
              <a:buChar char=""/>
            </a:pPr>
            <a:r>
              <a:rPr b="0" lang="en-US" sz="2000" strike="noStrike" u="none">
                <a:solidFill>
                  <a:schemeClr val="dk1"/>
                </a:solidFill>
                <a:effectLst/>
                <a:uFillTx/>
                <a:latin typeface="Calibri"/>
              </a:rPr>
              <a:t>Seventh Outline Level</a:t>
            </a:r>
            <a:endParaRPr b="0" lang="en-US" sz="2000" strike="noStrike" u="none">
              <a:solidFill>
                <a:schemeClr val="dk1"/>
              </a:solidFill>
              <a:effectLst/>
              <a:uFillTx/>
              <a:latin typeface="Calibri"/>
            </a:endParaRPr>
          </a:p>
        </p:txBody>
      </p:sp>
      <p:sp>
        <p:nvSpPr>
          <p:cNvPr id="57" name="PlaceHolder 3"/>
          <p:cNvSpPr>
            <a:spLocks noGrp="1"/>
          </p:cNvSpPr>
          <p:nvPr>
            <p:ph type="body"/>
          </p:nvPr>
        </p:nvSpPr>
        <p:spPr>
          <a:xfrm>
            <a:off x="1792440" y="5367240"/>
            <a:ext cx="5486040" cy="804600"/>
          </a:xfrm>
          <a:prstGeom prst="rect">
            <a:avLst/>
          </a:prstGeom>
          <a:noFill/>
          <a:ln w="0">
            <a:noFill/>
          </a:ln>
        </p:spPr>
        <p:txBody>
          <a:bodyPr lIns="91440" rIns="91440" tIns="45720" bIns="45720" anchor="t">
            <a:noAutofit/>
          </a:bodyPr>
          <a:p>
            <a:pPr indent="0" defTabSz="914400">
              <a:lnSpc>
                <a:spcPct val="100000"/>
              </a:lnSpc>
              <a:spcBef>
                <a:spcPts val="281"/>
              </a:spcBef>
              <a:buNone/>
              <a:tabLst>
                <a:tab algn="l" pos="0"/>
              </a:tabLst>
            </a:pPr>
            <a:r>
              <a:rPr b="0" lang="en-US" sz="1400" strike="noStrike" u="none">
                <a:solidFill>
                  <a:schemeClr val="dk1"/>
                </a:solidFill>
                <a:effectLst/>
                <a:uFillTx/>
                <a:latin typeface="Calibri"/>
              </a:rPr>
              <a:t>Click to edit Master text styles</a:t>
            </a:r>
            <a:endParaRPr b="0" lang="en-US" sz="1400" strike="noStrike" u="none">
              <a:solidFill>
                <a:schemeClr val="dk1"/>
              </a:solidFill>
              <a:effectLst/>
              <a:uFillTx/>
              <a:latin typeface="Calibri"/>
            </a:endParaRPr>
          </a:p>
        </p:txBody>
      </p:sp>
      <p:sp>
        <p:nvSpPr>
          <p:cNvPr id="58" name="PlaceHolder 4"/>
          <p:cNvSpPr>
            <a:spLocks noGrp="1"/>
          </p:cNvSpPr>
          <p:nvPr>
            <p:ph type="dt" idx="31"/>
          </p:nvPr>
        </p:nvSpPr>
        <p:spPr>
          <a:xfrm>
            <a:off x="457200" y="6356520"/>
            <a:ext cx="2133360" cy="364680"/>
          </a:xfrm>
          <a:prstGeom prst="rect">
            <a:avLst/>
          </a:prstGeom>
          <a:noFill/>
          <a:ln w="0">
            <a:noFill/>
          </a:ln>
        </p:spPr>
        <p:txBody>
          <a:bodyPr lIns="91440" rIns="91440" tIns="45720" bIns="45720" anchor="ctr">
            <a:noAutofit/>
          </a:bodyPr>
          <a:lstStyle>
            <a:lvl1pPr indent="0" defTabSz="914400">
              <a:lnSpc>
                <a:spcPct val="100000"/>
              </a:lnSpc>
              <a:buNone/>
              <a:defRPr b="0" lang="en-US" sz="1200" strike="noStrike" u="none">
                <a:solidFill>
                  <a:schemeClr val="dk1">
                    <a:tint val="75000"/>
                  </a:schemeClr>
                </a:solidFill>
                <a:effectLst/>
                <a:uFillTx/>
                <a:latin typeface="Calibri"/>
              </a:defRPr>
            </a:lvl1pPr>
          </a:lstStyle>
          <a:p>
            <a:pPr indent="0" defTabSz="914400">
              <a:lnSpc>
                <a:spcPct val="100000"/>
              </a:lnSpc>
              <a:buNone/>
            </a:pPr>
            <a:r>
              <a:rPr b="0" lang="en-US" sz="1200" strike="noStrike" u="none">
                <a:solidFill>
                  <a:schemeClr val="dk1">
                    <a:tint val="75000"/>
                  </a:schemeClr>
                </a:solidFill>
                <a:effectLst/>
                <a:uFillTx/>
                <a:latin typeface="Calibri"/>
              </a:rPr>
              <a:t>&lt;date/time&gt;</a:t>
            </a:r>
            <a:endParaRPr b="0" lang="fr-FR" sz="1200" strike="noStrike" u="none">
              <a:solidFill>
                <a:srgbClr val="000000"/>
              </a:solidFill>
              <a:effectLst/>
              <a:uFillTx/>
              <a:latin typeface="Times New Roman"/>
            </a:endParaRPr>
          </a:p>
        </p:txBody>
      </p:sp>
      <p:sp>
        <p:nvSpPr>
          <p:cNvPr id="59" name="PlaceHolder 5"/>
          <p:cNvSpPr>
            <a:spLocks noGrp="1"/>
          </p:cNvSpPr>
          <p:nvPr>
            <p:ph type="ftr" idx="32"/>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fr-FR" sz="1400" strike="noStrike" u="none">
                <a:solidFill>
                  <a:srgbClr val="000000"/>
                </a:solidFill>
                <a:effectLst/>
                <a:uFillTx/>
                <a:latin typeface="Times New Roman"/>
              </a:defRPr>
            </a:lvl1pPr>
          </a:lstStyle>
          <a:p>
            <a:pPr indent="0" algn="ctr">
              <a:buNone/>
            </a:pPr>
            <a:r>
              <a:rPr b="0" lang="fr-FR" sz="1400" strike="noStrike" u="none">
                <a:solidFill>
                  <a:srgbClr val="000000"/>
                </a:solidFill>
                <a:effectLst/>
                <a:uFillTx/>
                <a:latin typeface="Times New Roman"/>
              </a:rPr>
              <a:t>&lt;footer&gt;</a:t>
            </a:r>
            <a:endParaRPr b="0" lang="fr-FR" sz="1400" strike="noStrike" u="none">
              <a:solidFill>
                <a:srgbClr val="000000"/>
              </a:solidFill>
              <a:effectLst/>
              <a:uFillTx/>
              <a:latin typeface="Times New Roman"/>
            </a:endParaRPr>
          </a:p>
        </p:txBody>
      </p:sp>
      <p:sp>
        <p:nvSpPr>
          <p:cNvPr id="60" name="PlaceHolder 6"/>
          <p:cNvSpPr>
            <a:spLocks noGrp="1"/>
          </p:cNvSpPr>
          <p:nvPr>
            <p:ph type="sldNum" idx="33"/>
          </p:nvPr>
        </p:nvSpPr>
        <p:spPr>
          <a:xfrm>
            <a:off x="6553080" y="6356520"/>
            <a:ext cx="2133360" cy="364680"/>
          </a:xfrm>
          <a:prstGeom prst="rect">
            <a:avLst/>
          </a:prstGeom>
          <a:noFill/>
          <a:ln w="0">
            <a:noFill/>
          </a:ln>
        </p:spPr>
        <p:txBody>
          <a:bodyPr lIns="91440" rIns="91440" tIns="45720" bIns="45720" anchor="ctr">
            <a:noAutofit/>
          </a:bodyPr>
          <a:lstStyle>
            <a:lvl1pPr indent="0" algn="r" defTabSz="914400">
              <a:lnSpc>
                <a:spcPct val="100000"/>
              </a:lnSpc>
              <a:buNone/>
              <a:defRPr b="0" lang="en-US" sz="1200" strike="noStrike" u="none">
                <a:solidFill>
                  <a:schemeClr val="dk1">
                    <a:tint val="75000"/>
                  </a:schemeClr>
                </a:solidFill>
                <a:effectLst/>
                <a:uFillTx/>
                <a:latin typeface="Calibri"/>
              </a:defRPr>
            </a:lvl1pPr>
          </a:lstStyle>
          <a:p>
            <a:pPr indent="0" algn="r" defTabSz="914400">
              <a:lnSpc>
                <a:spcPct val="100000"/>
              </a:lnSpc>
              <a:buNone/>
            </a:pPr>
            <a:fld id="{8EAD564B-496C-45C2-BB4B-C6787B65B1F8}" type="slidenum">
              <a:rPr b="0" lang="en-US" sz="1200" strike="noStrike" u="none">
                <a:solidFill>
                  <a:schemeClr val="dk1">
                    <a:tint val="75000"/>
                  </a:schemeClr>
                </a:solidFill>
                <a:effectLst/>
                <a:uFillTx/>
                <a:latin typeface="Calibri"/>
              </a:rPr>
              <a:t>&lt;number&gt;</a:t>
            </a:fld>
            <a:endParaRPr b="0" lang="fr-FR" sz="1200" strike="noStrike" u="non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svg"/><Relationship Id="rId3" Type="http://schemas.openxmlformats.org/officeDocument/2006/relationships/slideLayout" Target="../slideLayouts/slideLayout2.xml"/>
</Relationships>
</file>

<file path=ppt/slides/_rels/slide2.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svg"/><Relationship Id="rId3" Type="http://schemas.openxmlformats.org/officeDocument/2006/relationships/slideLayout" Target="../slideLayouts/slideLayout1.xml"/>
</Relationships>
</file>

<file path=ppt/slides/_rels/slide3.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svg"/><Relationship Id="rId3" Type="http://schemas.openxmlformats.org/officeDocument/2006/relationships/slideLayout" Target="../slideLayouts/slideLayout1.xml"/>
</Relationships>
</file>

<file path=ppt/slides/_rels/slide4.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svg"/><Relationship Id="rId3" Type="http://schemas.openxmlformats.org/officeDocument/2006/relationships/image" Target="../media/image3.png"/><Relationship Id="rId4" Type="http://schemas.openxmlformats.org/officeDocument/2006/relationships/image" Target="../media/image4.svg"/><Relationship Id="rId5" Type="http://schemas.openxmlformats.org/officeDocument/2006/relationships/image" Target="../media/image5.png"/><Relationship Id="rId6" Type="http://schemas.openxmlformats.org/officeDocument/2006/relationships/image" Target="../media/image6.svg"/><Relationship Id="rId7" Type="http://schemas.openxmlformats.org/officeDocument/2006/relationships/image" Target="../media/image7.png"/><Relationship Id="rId8" Type="http://schemas.openxmlformats.org/officeDocument/2006/relationships/image" Target="../media/image8.svg"/><Relationship Id="rId9" Type="http://schemas.openxmlformats.org/officeDocument/2006/relationships/slideLayout" Target="../slideLayouts/slideLayout1.xml"/>
</Relationships>
</file>

<file path=ppt/slides/_rels/slide5.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svg"/><Relationship Id="rId3" Type="http://schemas.openxmlformats.org/officeDocument/2006/relationships/image" Target="../media/image9.png"/><Relationship Id="rId4" Type="http://schemas.openxmlformats.org/officeDocument/2006/relationships/image" Target="../media/image10.svg"/><Relationship Id="rId5" Type="http://schemas.openxmlformats.org/officeDocument/2006/relationships/slideLayout" Target="../slideLayouts/slideLayout1.xml"/>
</Relationships>
</file>

<file path=ppt/slides/_rels/slide6.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svg"/><Relationship Id="rId3" Type="http://schemas.openxmlformats.org/officeDocument/2006/relationships/image" Target="../media/image11.png"/><Relationship Id="rId4" Type="http://schemas.openxmlformats.org/officeDocument/2006/relationships/image" Target="../media/image12.svg"/><Relationship Id="rId5" Type="http://schemas.openxmlformats.org/officeDocument/2006/relationships/image" Target="../media/image13.png"/><Relationship Id="rId6" Type="http://schemas.openxmlformats.org/officeDocument/2006/relationships/image" Target="../media/image14.svg"/><Relationship Id="rId7" Type="http://schemas.openxmlformats.org/officeDocument/2006/relationships/slideLayout" Target="../slideLayouts/slideLayout1.xml"/>
</Relationships>
</file>

<file path=ppt/slides/_rels/slide7.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svg"/><Relationship Id="rId3" Type="http://schemas.openxmlformats.org/officeDocument/2006/relationships/image" Target="../media/image15.png"/><Relationship Id="rId4" Type="http://schemas.openxmlformats.org/officeDocument/2006/relationships/image" Target="../media/image16.svg"/><Relationship Id="rId5" Type="http://schemas.openxmlformats.org/officeDocument/2006/relationships/image" Target="../media/image17.png"/><Relationship Id="rId6" Type="http://schemas.openxmlformats.org/officeDocument/2006/relationships/slideLayout" Target="../slideLayouts/slideLayout1.xml"/>
</Relationships>
</file>

<file path=ppt/slides/_rels/slide8.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svg"/><Relationship Id="rId3" Type="http://schemas.openxmlformats.org/officeDocument/2006/relationships/slideLayout" Target="../slideLayouts/slideLayout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9f5f0"/>
        </a:solidFill>
      </p:bgPr>
    </p:bg>
    <p:spTree>
      <p:nvGrpSpPr>
        <p:cNvPr id="1" name=""/>
        <p:cNvGrpSpPr/>
        <p:nvPr/>
      </p:nvGrpSpPr>
      <p:grpSpPr>
        <a:xfrm>
          <a:off x="0" y="0"/>
          <a:ext cx="0" cy="0"/>
          <a:chOff x="0" y="0"/>
          <a:chExt cx="0" cy="0"/>
        </a:xfrm>
      </p:grpSpPr>
      <p:sp>
        <p:nvSpPr>
          <p:cNvPr id="61" name="Freeform 2"/>
          <p:cNvSpPr/>
          <p:nvPr/>
        </p:nvSpPr>
        <p:spPr>
          <a:xfrm>
            <a:off x="16484760" y="520200"/>
            <a:ext cx="1017000" cy="1017000"/>
          </a:xfrm>
          <a:custGeom>
            <a:avLst/>
            <a:gdLst>
              <a:gd name="textAreaLeft" fmla="*/ 0 w 1017000"/>
              <a:gd name="textAreaRight" fmla="*/ 1017360 w 1017000"/>
              <a:gd name="textAreaTop" fmla="*/ 0 h 1017000"/>
              <a:gd name="textAreaBottom" fmla="*/ 1017360 h 1017000"/>
            </a:gdLst>
            <a:ahLst/>
            <a:cxnLst/>
            <a:rect l="textAreaLeft" t="textAreaTop" r="textAreaRight" b="textAreaBottom"/>
            <a:pathLst>
              <a:path w="1017308" h="1017308">
                <a:moveTo>
                  <a:pt x="0" y="0"/>
                </a:moveTo>
                <a:lnTo>
                  <a:pt x="1017308" y="0"/>
                </a:lnTo>
                <a:lnTo>
                  <a:pt x="1017308" y="1017308"/>
                </a:lnTo>
                <a:lnTo>
                  <a:pt x="0" y="1017308"/>
                </a:lnTo>
                <a:lnTo>
                  <a:pt x="0" y="0"/>
                </a:lnTo>
                <a:close/>
              </a:path>
            </a:pathLst>
          </a:custGeom>
          <a:blipFill rotWithShape="0">
            <a:blip r:embed="rId1">
              <a:extLst>
                <a:ext uri="{96DAC541-7B7A-43D3-8B79-37D633B846F1}">
                  <asvg:svgBlip xmlns:asvg="http://schemas.microsoft.com/office/drawing/2016/SVG/main" r:embed="rId2"/>
                </a:ext>
              </a:extLst>
            </a:blip>
            <a:srcRect/>
            <a:stretch/>
          </a:blipFill>
          <a:ln w="0">
            <a:noFill/>
          </a:ln>
        </p:spPr>
        <p:style>
          <a:lnRef idx="0"/>
          <a:fillRef idx="0"/>
          <a:effectRef idx="0"/>
          <a:fontRef idx="minor"/>
        </p:style>
        <p:txBody>
          <a:bodyPr lIns="90000" rIns="90000" tIns="45000" bIns="45000" anchor="t">
            <a:noAutofit/>
          </a:bodyPr>
          <a:p>
            <a:endParaRPr b="0" lang="fr-FR" sz="1800" strike="noStrike" u="none">
              <a:solidFill>
                <a:srgbClr val="000000"/>
              </a:solidFill>
              <a:effectLst/>
              <a:uFillTx/>
              <a:latin typeface="Arial"/>
            </a:endParaRPr>
          </a:p>
        </p:txBody>
      </p:sp>
      <p:grpSp>
        <p:nvGrpSpPr>
          <p:cNvPr id="62" name="Group 3"/>
          <p:cNvGrpSpPr/>
          <p:nvPr/>
        </p:nvGrpSpPr>
        <p:grpSpPr>
          <a:xfrm>
            <a:off x="0" y="7494480"/>
            <a:ext cx="18287640" cy="2792160"/>
            <a:chOff x="0" y="7494480"/>
            <a:chExt cx="18287640" cy="2792160"/>
          </a:xfrm>
        </p:grpSpPr>
        <p:sp>
          <p:nvSpPr>
            <p:cNvPr id="63" name="Freeform 4"/>
            <p:cNvSpPr/>
            <p:nvPr/>
          </p:nvSpPr>
          <p:spPr>
            <a:xfrm>
              <a:off x="0" y="7494480"/>
              <a:ext cx="18287640" cy="2792160"/>
            </a:xfrm>
            <a:custGeom>
              <a:avLst/>
              <a:gdLst>
                <a:gd name="textAreaLeft" fmla="*/ 0 w 18287640"/>
                <a:gd name="textAreaRight" fmla="*/ 18288000 w 18287640"/>
                <a:gd name="textAreaTop" fmla="*/ 0 h 2792160"/>
                <a:gd name="textAreaBottom" fmla="*/ 2792520 h 2792160"/>
              </a:gdLst>
              <a:ahLst/>
              <a:cxnLst/>
              <a:rect l="textAreaLeft" t="textAreaTop" r="textAreaRight" b="textAreaBottom"/>
              <a:pathLst>
                <a:path w="6671512" h="1018725">
                  <a:moveTo>
                    <a:pt x="0" y="0"/>
                  </a:moveTo>
                  <a:lnTo>
                    <a:pt x="6671512" y="0"/>
                  </a:lnTo>
                  <a:lnTo>
                    <a:pt x="6671512" y="1018725"/>
                  </a:lnTo>
                  <a:lnTo>
                    <a:pt x="0" y="1018725"/>
                  </a:lnTo>
                  <a:close/>
                </a:path>
              </a:pathLst>
            </a:custGeom>
            <a:solidFill>
              <a:srgbClr val="196bde"/>
            </a:solidFill>
            <a:ln w="0">
              <a:noFill/>
            </a:ln>
          </p:spPr>
          <p:style>
            <a:lnRef idx="0"/>
            <a:fillRef idx="0"/>
            <a:effectRef idx="0"/>
            <a:fontRef idx="minor"/>
          </p:style>
          <p:txBody>
            <a:bodyPr lIns="90000" rIns="90000" tIns="45000" bIns="45000" anchor="t">
              <a:noAutofit/>
            </a:bodyPr>
            <a:p>
              <a:endParaRPr b="0" lang="fr-FR" sz="1800" strike="noStrike" u="none">
                <a:solidFill>
                  <a:srgbClr val="ffffff"/>
                </a:solidFill>
                <a:effectLst/>
                <a:uFillTx/>
                <a:latin typeface="Arial"/>
              </a:endParaRPr>
            </a:p>
          </p:txBody>
        </p:sp>
      </p:grpSp>
      <p:sp>
        <p:nvSpPr>
          <p:cNvPr id="64" name="TextBox 5"/>
          <p:cNvSpPr/>
          <p:nvPr/>
        </p:nvSpPr>
        <p:spPr>
          <a:xfrm>
            <a:off x="1028880" y="3074040"/>
            <a:ext cx="14413320" cy="3048120"/>
          </a:xfrm>
          <a:prstGeom prst="rect">
            <a:avLst/>
          </a:prstGeom>
          <a:noFill/>
          <a:ln w="0">
            <a:noFill/>
          </a:ln>
        </p:spPr>
        <p:style>
          <a:lnRef idx="0"/>
          <a:fillRef idx="0"/>
          <a:effectRef idx="0"/>
          <a:fontRef idx="minor"/>
        </p:style>
        <p:txBody>
          <a:bodyPr lIns="0" rIns="0" tIns="0" bIns="0" anchor="t">
            <a:spAutoFit/>
          </a:bodyPr>
          <a:p>
            <a:pPr defTabSz="914400">
              <a:lnSpc>
                <a:spcPts val="11999"/>
              </a:lnSpc>
            </a:pPr>
            <a:r>
              <a:rPr b="0" lang="en-US" sz="10000" strike="noStrike" u="none">
                <a:solidFill>
                  <a:srgbClr val="2d2d2d"/>
                </a:solidFill>
                <a:effectLst/>
                <a:uFillTx/>
                <a:latin typeface="Open Sauce"/>
                <a:ea typeface="Open Sauce"/>
              </a:rPr>
              <a:t>Write down this week lecture's topic</a:t>
            </a:r>
            <a:endParaRPr b="0" lang="fr-FR" sz="10000" strike="noStrike" u="none">
              <a:solidFill>
                <a:srgbClr val="000000"/>
              </a:solidFill>
              <a:effectLst/>
              <a:uFillTx/>
              <a:latin typeface="Arial"/>
            </a:endParaRPr>
          </a:p>
        </p:txBody>
      </p:sp>
      <p:sp>
        <p:nvSpPr>
          <p:cNvPr id="65" name="TextBox 6"/>
          <p:cNvSpPr/>
          <p:nvPr/>
        </p:nvSpPr>
        <p:spPr>
          <a:xfrm>
            <a:off x="1028880" y="1941840"/>
            <a:ext cx="8092800" cy="640440"/>
          </a:xfrm>
          <a:prstGeom prst="rect">
            <a:avLst/>
          </a:prstGeom>
          <a:noFill/>
          <a:ln w="0">
            <a:noFill/>
          </a:ln>
        </p:spPr>
        <p:style>
          <a:lnRef idx="0"/>
          <a:fillRef idx="0"/>
          <a:effectRef idx="0"/>
          <a:fontRef idx="minor"/>
        </p:style>
        <p:txBody>
          <a:bodyPr lIns="0" rIns="0" tIns="0" bIns="0" anchor="t">
            <a:spAutoFit/>
          </a:bodyPr>
          <a:p>
            <a:pPr defTabSz="914400">
              <a:lnSpc>
                <a:spcPts val="5040"/>
              </a:lnSpc>
            </a:pPr>
            <a:r>
              <a:rPr b="0" lang="en-US" sz="3600" strike="noStrike" u="none">
                <a:solidFill>
                  <a:srgbClr val="196bde"/>
                </a:solidFill>
                <a:effectLst/>
                <a:uFillTx/>
                <a:latin typeface="Open Sauce"/>
                <a:ea typeface="Open Sauce"/>
              </a:rPr>
              <a:t>Programation structure en C </a:t>
            </a:r>
            <a:endParaRPr b="0" lang="fr-FR" sz="3600" strike="noStrike" u="none">
              <a:solidFill>
                <a:srgbClr val="000000"/>
              </a:solidFill>
              <a:effectLst/>
              <a:uFillTx/>
              <a:latin typeface="Arial"/>
            </a:endParaRPr>
          </a:p>
        </p:txBody>
      </p:sp>
      <p:sp>
        <p:nvSpPr>
          <p:cNvPr id="66" name="TextBox 7"/>
          <p:cNvSpPr/>
          <p:nvPr/>
        </p:nvSpPr>
        <p:spPr>
          <a:xfrm>
            <a:off x="6965640" y="7916400"/>
            <a:ext cx="4356360" cy="498240"/>
          </a:xfrm>
          <a:prstGeom prst="rect">
            <a:avLst/>
          </a:prstGeom>
          <a:noFill/>
          <a:ln w="0">
            <a:noFill/>
          </a:ln>
        </p:spPr>
        <p:style>
          <a:lnRef idx="0"/>
          <a:fillRef idx="0"/>
          <a:effectRef idx="0"/>
          <a:fontRef idx="minor"/>
        </p:style>
        <p:txBody>
          <a:bodyPr lIns="0" rIns="0" tIns="0" bIns="0" anchor="t">
            <a:spAutoFit/>
          </a:bodyPr>
          <a:p>
            <a:pPr defTabSz="914400">
              <a:lnSpc>
                <a:spcPts val="3920"/>
              </a:lnSpc>
            </a:pPr>
            <a:r>
              <a:rPr b="0" lang="en-US" sz="2800" strike="noStrike" u="none">
                <a:solidFill>
                  <a:srgbClr val="f9f5f0"/>
                </a:solidFill>
                <a:effectLst/>
                <a:uFillTx/>
                <a:latin typeface="Open Sauce"/>
                <a:ea typeface="Open Sauce"/>
              </a:rPr>
              <a:t>2026 March 27</a:t>
            </a:r>
            <a:endParaRPr b="0" lang="fr-FR" sz="2800" strike="noStrike" u="none">
              <a:solidFill>
                <a:srgbClr val="000000"/>
              </a:solidFill>
              <a:effectLst/>
              <a:uFillTx/>
              <a:latin typeface="Arial"/>
            </a:endParaRPr>
          </a:p>
        </p:txBody>
      </p:sp>
      <p:sp>
        <p:nvSpPr>
          <p:cNvPr id="67" name="TextBox 8"/>
          <p:cNvSpPr/>
          <p:nvPr/>
        </p:nvSpPr>
        <p:spPr>
          <a:xfrm>
            <a:off x="1028880" y="7916400"/>
            <a:ext cx="4356360" cy="498240"/>
          </a:xfrm>
          <a:prstGeom prst="rect">
            <a:avLst/>
          </a:prstGeom>
          <a:noFill/>
          <a:ln w="0">
            <a:noFill/>
          </a:ln>
        </p:spPr>
        <p:style>
          <a:lnRef idx="0"/>
          <a:fillRef idx="0"/>
          <a:effectRef idx="0"/>
          <a:fontRef idx="minor"/>
        </p:style>
        <p:txBody>
          <a:bodyPr lIns="0" rIns="0" tIns="0" bIns="0" anchor="t">
            <a:spAutoFit/>
          </a:bodyPr>
          <a:p>
            <a:pPr defTabSz="914400">
              <a:lnSpc>
                <a:spcPts val="3920"/>
              </a:lnSpc>
            </a:pPr>
            <a:r>
              <a:rPr b="0" lang="en-US" sz="2800" strike="noStrike" u="none">
                <a:solidFill>
                  <a:srgbClr val="f9f5f0"/>
                </a:solidFill>
                <a:effectLst/>
                <a:uFillTx/>
                <a:latin typeface="Open Sauce"/>
                <a:ea typeface="Open Sauce"/>
              </a:rPr>
              <a:t>Full Name</a:t>
            </a:r>
            <a:endParaRPr b="0" lang="fr-FR" sz="2800" strike="noStrike" u="none">
              <a:solidFill>
                <a:srgbClr val="000000"/>
              </a:solidFill>
              <a:effectLst/>
              <a:uFillTx/>
              <a:latin typeface="Arial"/>
            </a:endParaRPr>
          </a:p>
        </p:txBody>
      </p:sp>
      <p:sp>
        <p:nvSpPr>
          <p:cNvPr id="68" name="TextBox 9"/>
          <p:cNvSpPr/>
          <p:nvPr/>
        </p:nvSpPr>
        <p:spPr>
          <a:xfrm>
            <a:off x="6965640" y="8447400"/>
            <a:ext cx="4356360" cy="498240"/>
          </a:xfrm>
          <a:prstGeom prst="rect">
            <a:avLst/>
          </a:prstGeom>
          <a:noFill/>
          <a:ln w="0">
            <a:noFill/>
          </a:ln>
        </p:spPr>
        <p:style>
          <a:lnRef idx="0"/>
          <a:fillRef idx="0"/>
          <a:effectRef idx="0"/>
          <a:fontRef idx="minor"/>
        </p:style>
        <p:txBody>
          <a:bodyPr lIns="0" rIns="0" tIns="0" bIns="0" anchor="t">
            <a:spAutoFit/>
          </a:bodyPr>
          <a:p>
            <a:pPr defTabSz="914400">
              <a:lnSpc>
                <a:spcPts val="3920"/>
              </a:lnSpc>
            </a:pPr>
            <a:r>
              <a:rPr b="0" lang="en-US" sz="2800" strike="noStrike" u="none">
                <a:solidFill>
                  <a:srgbClr val="f9f5f0"/>
                </a:solidFill>
                <a:effectLst/>
                <a:uFillTx/>
                <a:latin typeface="Open Sauce"/>
                <a:ea typeface="Open Sauce"/>
              </a:rPr>
              <a:t>Week IV</a:t>
            </a:r>
            <a:endParaRPr b="0" lang="fr-FR" sz="2800" strike="noStrike" u="none">
              <a:solidFill>
                <a:srgbClr val="000000"/>
              </a:solidFill>
              <a:effectLst/>
              <a:uFillTx/>
              <a:latin typeface="Arial"/>
            </a:endParaRPr>
          </a:p>
        </p:txBody>
      </p:sp>
      <p:sp>
        <p:nvSpPr>
          <p:cNvPr id="69" name="AutoShape 10"/>
          <p:cNvSpPr/>
          <p:nvPr/>
        </p:nvSpPr>
        <p:spPr>
          <a:xfrm>
            <a:off x="5913000" y="7238880"/>
            <a:ext cx="360" cy="3038400"/>
          </a:xfrm>
          <a:prstGeom prst="line">
            <a:avLst/>
          </a:prstGeom>
          <a:ln cap="rnd" w="76320">
            <a:solidFill>
              <a:srgbClr val="f9f5f0"/>
            </a:solidFill>
            <a:round/>
          </a:ln>
        </p:spPr>
        <p:style>
          <a:lnRef idx="0"/>
          <a:fillRef idx="0"/>
          <a:effectRef idx="0"/>
          <a:fontRef idx="minor"/>
        </p:style>
        <p:txBody>
          <a:bodyPr lIns="90000" rIns="90000" tIns="45000" bIns="45000" anchor="t" anchorCtr="1">
            <a:noAutofit/>
          </a:bodyPr>
          <a:p>
            <a:endParaRPr b="0" lang="fr-FR" sz="1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9f5f0"/>
        </a:solidFill>
      </p:bgPr>
    </p:bg>
    <p:spTree>
      <p:nvGrpSpPr>
        <p:cNvPr id="1" name=""/>
        <p:cNvGrpSpPr/>
        <p:nvPr/>
      </p:nvGrpSpPr>
      <p:grpSpPr>
        <a:xfrm>
          <a:off x="0" y="0"/>
          <a:ext cx="0" cy="0"/>
          <a:chOff x="0" y="0"/>
          <a:chExt cx="0" cy="0"/>
        </a:xfrm>
      </p:grpSpPr>
      <p:sp>
        <p:nvSpPr>
          <p:cNvPr id="70" name="TextBox 2"/>
          <p:cNvSpPr/>
          <p:nvPr/>
        </p:nvSpPr>
        <p:spPr>
          <a:xfrm>
            <a:off x="1028880" y="579960"/>
            <a:ext cx="8092800" cy="853560"/>
          </a:xfrm>
          <a:prstGeom prst="rect">
            <a:avLst/>
          </a:prstGeom>
          <a:noFill/>
          <a:ln w="0">
            <a:noFill/>
          </a:ln>
        </p:spPr>
        <p:style>
          <a:lnRef idx="0"/>
          <a:fillRef idx="0"/>
          <a:effectRef idx="0"/>
          <a:fontRef idx="minor"/>
        </p:style>
        <p:txBody>
          <a:bodyPr lIns="0" rIns="0" tIns="0" bIns="0" anchor="t">
            <a:spAutoFit/>
          </a:bodyPr>
          <a:p>
            <a:pPr defTabSz="914400">
              <a:lnSpc>
                <a:spcPts val="6718"/>
              </a:lnSpc>
            </a:pPr>
            <a:r>
              <a:rPr b="0" lang="en-US" sz="4800" strike="noStrike" u="none">
                <a:solidFill>
                  <a:srgbClr val="196bde"/>
                </a:solidFill>
                <a:effectLst/>
                <a:uFillTx/>
                <a:latin typeface="Open Sauce"/>
                <a:ea typeface="Open Sauce"/>
              </a:rPr>
              <a:t>Contents</a:t>
            </a:r>
            <a:endParaRPr b="0" lang="fr-FR" sz="4800" strike="noStrike" u="none">
              <a:solidFill>
                <a:srgbClr val="000000"/>
              </a:solidFill>
              <a:effectLst/>
              <a:uFillTx/>
              <a:latin typeface="Arial"/>
            </a:endParaRPr>
          </a:p>
        </p:txBody>
      </p:sp>
      <p:sp>
        <p:nvSpPr>
          <p:cNvPr id="71" name="TextBox 3"/>
          <p:cNvSpPr/>
          <p:nvPr/>
        </p:nvSpPr>
        <p:spPr>
          <a:xfrm>
            <a:off x="2279160" y="2801160"/>
            <a:ext cx="6864480" cy="498240"/>
          </a:xfrm>
          <a:prstGeom prst="rect">
            <a:avLst/>
          </a:prstGeom>
          <a:noFill/>
          <a:ln w="0">
            <a:noFill/>
          </a:ln>
        </p:spPr>
        <p:style>
          <a:lnRef idx="0"/>
          <a:fillRef idx="0"/>
          <a:effectRef idx="0"/>
          <a:fontRef idx="minor"/>
        </p:style>
        <p:txBody>
          <a:bodyPr lIns="0" rIns="0" tIns="0" bIns="0" anchor="t">
            <a:spAutoFit/>
          </a:bodyPr>
          <a:p>
            <a:pPr defTabSz="914400">
              <a:lnSpc>
                <a:spcPts val="3920"/>
              </a:lnSpc>
            </a:pPr>
            <a:r>
              <a:rPr b="0" lang="en-US" sz="2800" strike="noStrike" u="none">
                <a:solidFill>
                  <a:srgbClr val="2d2d2d"/>
                </a:solidFill>
                <a:effectLst/>
                <a:uFillTx/>
                <a:latin typeface="Open Sauce"/>
                <a:ea typeface="Open Sauce"/>
              </a:rPr>
              <a:t>Definition</a:t>
            </a:r>
            <a:endParaRPr b="0" lang="fr-FR" sz="2800" strike="noStrike" u="none">
              <a:solidFill>
                <a:srgbClr val="000000"/>
              </a:solidFill>
              <a:effectLst/>
              <a:uFillTx/>
              <a:latin typeface="Arial"/>
            </a:endParaRPr>
          </a:p>
        </p:txBody>
      </p:sp>
      <p:sp>
        <p:nvSpPr>
          <p:cNvPr id="72" name="TextBox 4"/>
          <p:cNvSpPr/>
          <p:nvPr/>
        </p:nvSpPr>
        <p:spPr>
          <a:xfrm>
            <a:off x="2279160" y="3802320"/>
            <a:ext cx="6864480" cy="498240"/>
          </a:xfrm>
          <a:prstGeom prst="rect">
            <a:avLst/>
          </a:prstGeom>
          <a:noFill/>
          <a:ln w="0">
            <a:noFill/>
          </a:ln>
        </p:spPr>
        <p:style>
          <a:lnRef idx="0"/>
          <a:fillRef idx="0"/>
          <a:effectRef idx="0"/>
          <a:fontRef idx="minor"/>
        </p:style>
        <p:txBody>
          <a:bodyPr lIns="0" rIns="0" tIns="0" bIns="0" anchor="t">
            <a:spAutoFit/>
          </a:bodyPr>
          <a:p>
            <a:pPr defTabSz="914400">
              <a:lnSpc>
                <a:spcPts val="3920"/>
              </a:lnSpc>
            </a:pPr>
            <a:r>
              <a:rPr b="0" lang="en-US" sz="2800" strike="noStrike" u="none">
                <a:solidFill>
                  <a:srgbClr val="2d2d2d"/>
                </a:solidFill>
                <a:effectLst/>
                <a:uFillTx/>
                <a:latin typeface="Open Sauce"/>
                <a:ea typeface="Open Sauce"/>
              </a:rPr>
              <a:t>Types</a:t>
            </a:r>
            <a:endParaRPr b="0" lang="fr-FR" sz="2800" strike="noStrike" u="none">
              <a:solidFill>
                <a:srgbClr val="000000"/>
              </a:solidFill>
              <a:effectLst/>
              <a:uFillTx/>
              <a:latin typeface="Arial"/>
            </a:endParaRPr>
          </a:p>
        </p:txBody>
      </p:sp>
      <p:sp>
        <p:nvSpPr>
          <p:cNvPr id="73" name="TextBox 5"/>
          <p:cNvSpPr/>
          <p:nvPr/>
        </p:nvSpPr>
        <p:spPr>
          <a:xfrm>
            <a:off x="2279160" y="4803480"/>
            <a:ext cx="6864480" cy="498240"/>
          </a:xfrm>
          <a:prstGeom prst="rect">
            <a:avLst/>
          </a:prstGeom>
          <a:noFill/>
          <a:ln w="0">
            <a:noFill/>
          </a:ln>
        </p:spPr>
        <p:style>
          <a:lnRef idx="0"/>
          <a:fillRef idx="0"/>
          <a:effectRef idx="0"/>
          <a:fontRef idx="minor"/>
        </p:style>
        <p:txBody>
          <a:bodyPr lIns="0" rIns="0" tIns="0" bIns="0" anchor="t">
            <a:spAutoFit/>
          </a:bodyPr>
          <a:p>
            <a:pPr defTabSz="914400">
              <a:lnSpc>
                <a:spcPts val="3920"/>
              </a:lnSpc>
            </a:pPr>
            <a:r>
              <a:rPr b="0" lang="en-US" sz="2800" strike="noStrike" u="none">
                <a:solidFill>
                  <a:srgbClr val="2d2d2d"/>
                </a:solidFill>
                <a:effectLst/>
                <a:uFillTx/>
                <a:latin typeface="Open Sauce"/>
                <a:ea typeface="Open Sauce"/>
              </a:rPr>
              <a:t>Purposes</a:t>
            </a:r>
            <a:endParaRPr b="0" lang="fr-FR" sz="2800" strike="noStrike" u="none">
              <a:solidFill>
                <a:srgbClr val="000000"/>
              </a:solidFill>
              <a:effectLst/>
              <a:uFillTx/>
              <a:latin typeface="Arial"/>
            </a:endParaRPr>
          </a:p>
        </p:txBody>
      </p:sp>
      <p:sp>
        <p:nvSpPr>
          <p:cNvPr id="74" name="TextBox 6"/>
          <p:cNvSpPr/>
          <p:nvPr/>
        </p:nvSpPr>
        <p:spPr>
          <a:xfrm>
            <a:off x="2279160" y="5804640"/>
            <a:ext cx="6864480" cy="498240"/>
          </a:xfrm>
          <a:prstGeom prst="rect">
            <a:avLst/>
          </a:prstGeom>
          <a:noFill/>
          <a:ln w="0">
            <a:noFill/>
          </a:ln>
        </p:spPr>
        <p:style>
          <a:lnRef idx="0"/>
          <a:fillRef idx="0"/>
          <a:effectRef idx="0"/>
          <a:fontRef idx="minor"/>
        </p:style>
        <p:txBody>
          <a:bodyPr lIns="0" rIns="0" tIns="0" bIns="0" anchor="t">
            <a:spAutoFit/>
          </a:bodyPr>
          <a:p>
            <a:pPr defTabSz="914400">
              <a:lnSpc>
                <a:spcPts val="3920"/>
              </a:lnSpc>
            </a:pPr>
            <a:r>
              <a:rPr b="0" lang="en-US" sz="2800" strike="noStrike" u="none">
                <a:solidFill>
                  <a:srgbClr val="2d2d2d"/>
                </a:solidFill>
                <a:effectLst/>
                <a:uFillTx/>
                <a:latin typeface="Open Sauce"/>
                <a:ea typeface="Open Sauce"/>
              </a:rPr>
              <a:t>Technique</a:t>
            </a:r>
            <a:endParaRPr b="0" lang="fr-FR" sz="2800" strike="noStrike" u="none">
              <a:solidFill>
                <a:srgbClr val="000000"/>
              </a:solidFill>
              <a:effectLst/>
              <a:uFillTx/>
              <a:latin typeface="Arial"/>
            </a:endParaRPr>
          </a:p>
        </p:txBody>
      </p:sp>
      <p:sp>
        <p:nvSpPr>
          <p:cNvPr id="75" name="TextBox 7"/>
          <p:cNvSpPr/>
          <p:nvPr/>
        </p:nvSpPr>
        <p:spPr>
          <a:xfrm>
            <a:off x="2279160" y="6805800"/>
            <a:ext cx="6864480" cy="498240"/>
          </a:xfrm>
          <a:prstGeom prst="rect">
            <a:avLst/>
          </a:prstGeom>
          <a:noFill/>
          <a:ln w="0">
            <a:noFill/>
          </a:ln>
        </p:spPr>
        <p:style>
          <a:lnRef idx="0"/>
          <a:fillRef idx="0"/>
          <a:effectRef idx="0"/>
          <a:fontRef idx="minor"/>
        </p:style>
        <p:txBody>
          <a:bodyPr lIns="0" rIns="0" tIns="0" bIns="0" anchor="t">
            <a:spAutoFit/>
          </a:bodyPr>
          <a:p>
            <a:pPr defTabSz="914400">
              <a:lnSpc>
                <a:spcPts val="3920"/>
              </a:lnSpc>
            </a:pPr>
            <a:r>
              <a:rPr b="0" lang="en-US" sz="2800" strike="noStrike" u="none">
                <a:solidFill>
                  <a:srgbClr val="2d2d2d"/>
                </a:solidFill>
                <a:effectLst/>
                <a:uFillTx/>
                <a:latin typeface="Open Sauce"/>
                <a:ea typeface="Open Sauce"/>
              </a:rPr>
              <a:t>Conclusion</a:t>
            </a:r>
            <a:endParaRPr b="0" lang="fr-FR" sz="2800" strike="noStrike" u="none">
              <a:solidFill>
                <a:srgbClr val="000000"/>
              </a:solidFill>
              <a:effectLst/>
              <a:uFillTx/>
              <a:latin typeface="Arial"/>
            </a:endParaRPr>
          </a:p>
        </p:txBody>
      </p:sp>
      <p:sp>
        <p:nvSpPr>
          <p:cNvPr id="76" name="Freeform 8"/>
          <p:cNvSpPr/>
          <p:nvPr/>
        </p:nvSpPr>
        <p:spPr>
          <a:xfrm>
            <a:off x="16484760" y="520200"/>
            <a:ext cx="1017000" cy="1017000"/>
          </a:xfrm>
          <a:custGeom>
            <a:avLst/>
            <a:gdLst>
              <a:gd name="textAreaLeft" fmla="*/ 0 w 1017000"/>
              <a:gd name="textAreaRight" fmla="*/ 1017360 w 1017000"/>
              <a:gd name="textAreaTop" fmla="*/ 0 h 1017000"/>
              <a:gd name="textAreaBottom" fmla="*/ 1017360 h 1017000"/>
            </a:gdLst>
            <a:ahLst/>
            <a:cxnLst/>
            <a:rect l="textAreaLeft" t="textAreaTop" r="textAreaRight" b="textAreaBottom"/>
            <a:pathLst>
              <a:path w="1017308" h="1017308">
                <a:moveTo>
                  <a:pt x="0" y="0"/>
                </a:moveTo>
                <a:lnTo>
                  <a:pt x="1017308" y="0"/>
                </a:lnTo>
                <a:lnTo>
                  <a:pt x="1017308" y="1017308"/>
                </a:lnTo>
                <a:lnTo>
                  <a:pt x="0" y="1017308"/>
                </a:lnTo>
                <a:lnTo>
                  <a:pt x="0" y="0"/>
                </a:lnTo>
                <a:close/>
              </a:path>
            </a:pathLst>
          </a:custGeom>
          <a:blipFill rotWithShape="0">
            <a:blip r:embed="rId1">
              <a:extLst>
                <a:ext uri="{96DAC541-7B7A-43D3-8B79-37D633B846F1}">
                  <asvg:svgBlip xmlns:asvg="http://schemas.microsoft.com/office/drawing/2016/SVG/main" r:embed="rId2"/>
                </a:ext>
              </a:extLst>
            </a:blip>
            <a:srcRect/>
            <a:stretch/>
          </a:blipFill>
          <a:ln w="0">
            <a:noFill/>
          </a:ln>
        </p:spPr>
        <p:style>
          <a:lnRef idx="0"/>
          <a:fillRef idx="0"/>
          <a:effectRef idx="0"/>
          <a:fontRef idx="minor"/>
        </p:style>
        <p:txBody>
          <a:bodyPr lIns="90000" rIns="90000" tIns="45000" bIns="45000" anchor="t">
            <a:noAutofit/>
          </a:bodyPr>
          <a:p>
            <a:endParaRPr b="0" lang="fr-FR" sz="1800" strike="noStrike" u="none">
              <a:solidFill>
                <a:srgbClr val="000000"/>
              </a:solidFill>
              <a:effectLst/>
              <a:uFillTx/>
              <a:latin typeface="Arial"/>
            </a:endParaRPr>
          </a:p>
        </p:txBody>
      </p:sp>
      <p:grpSp>
        <p:nvGrpSpPr>
          <p:cNvPr id="77" name="Group 9"/>
          <p:cNvGrpSpPr/>
          <p:nvPr/>
        </p:nvGrpSpPr>
        <p:grpSpPr>
          <a:xfrm>
            <a:off x="0" y="8988120"/>
            <a:ext cx="18287640" cy="1298520"/>
            <a:chOff x="0" y="8988120"/>
            <a:chExt cx="18287640" cy="1298520"/>
          </a:xfrm>
        </p:grpSpPr>
        <p:sp>
          <p:nvSpPr>
            <p:cNvPr id="78" name="Freeform 10"/>
            <p:cNvSpPr/>
            <p:nvPr/>
          </p:nvSpPr>
          <p:spPr>
            <a:xfrm>
              <a:off x="0" y="8988120"/>
              <a:ext cx="18287640" cy="1298520"/>
            </a:xfrm>
            <a:custGeom>
              <a:avLst/>
              <a:gdLst>
                <a:gd name="textAreaLeft" fmla="*/ 0 w 18287640"/>
                <a:gd name="textAreaRight" fmla="*/ 18288000 w 18287640"/>
                <a:gd name="textAreaTop" fmla="*/ 0 h 1298520"/>
                <a:gd name="textAreaBottom" fmla="*/ 1298880 h 1298520"/>
              </a:gdLst>
              <a:ahLst/>
              <a:cxnLst/>
              <a:rect l="textAreaLeft" t="textAreaTop" r="textAreaRight" b="textAreaBottom"/>
              <a:pathLst>
                <a:path w="6671512" h="473852">
                  <a:moveTo>
                    <a:pt x="0" y="0"/>
                  </a:moveTo>
                  <a:lnTo>
                    <a:pt x="6671512" y="0"/>
                  </a:lnTo>
                  <a:lnTo>
                    <a:pt x="6671512" y="473852"/>
                  </a:lnTo>
                  <a:lnTo>
                    <a:pt x="0" y="473852"/>
                  </a:lnTo>
                  <a:close/>
                </a:path>
              </a:pathLst>
            </a:custGeom>
            <a:solidFill>
              <a:srgbClr val="196bde"/>
            </a:solidFill>
            <a:ln w="0">
              <a:noFill/>
            </a:ln>
          </p:spPr>
          <p:style>
            <a:lnRef idx="0"/>
            <a:fillRef idx="0"/>
            <a:effectRef idx="0"/>
            <a:fontRef idx="minor"/>
          </p:style>
          <p:txBody>
            <a:bodyPr lIns="90000" rIns="90000" tIns="45000" bIns="45000" anchor="t">
              <a:noAutofit/>
            </a:bodyPr>
            <a:p>
              <a:endParaRPr b="0" lang="fr-FR" sz="1800" strike="noStrike" u="none">
                <a:solidFill>
                  <a:srgbClr val="ffffff"/>
                </a:solidFill>
                <a:effectLst/>
                <a:uFillTx/>
                <a:latin typeface="Arial"/>
              </a:endParaRPr>
            </a:p>
          </p:txBody>
        </p:sp>
      </p:grpSp>
      <p:sp>
        <p:nvSpPr>
          <p:cNvPr id="79" name="TextBox 11"/>
          <p:cNvSpPr/>
          <p:nvPr/>
        </p:nvSpPr>
        <p:spPr>
          <a:xfrm>
            <a:off x="12902400" y="9358920"/>
            <a:ext cx="4356360" cy="498240"/>
          </a:xfrm>
          <a:prstGeom prst="rect">
            <a:avLst/>
          </a:prstGeom>
          <a:noFill/>
          <a:ln w="0">
            <a:noFill/>
          </a:ln>
        </p:spPr>
        <p:style>
          <a:lnRef idx="0"/>
          <a:fillRef idx="0"/>
          <a:effectRef idx="0"/>
          <a:fontRef idx="minor"/>
        </p:style>
        <p:txBody>
          <a:bodyPr lIns="0" rIns="0" tIns="0" bIns="0" anchor="t">
            <a:spAutoFit/>
          </a:bodyPr>
          <a:p>
            <a:pPr algn="r" defTabSz="914400">
              <a:lnSpc>
                <a:spcPts val="3920"/>
              </a:lnSpc>
            </a:pPr>
            <a:r>
              <a:rPr b="0" lang="en-US" sz="2800" strike="noStrike" u="none">
                <a:solidFill>
                  <a:srgbClr val="f9f5f0"/>
                </a:solidFill>
                <a:effectLst/>
                <a:uFillTx/>
                <a:latin typeface="Open Sauce"/>
                <a:ea typeface="Open Sauce"/>
              </a:rPr>
              <a:t>2</a:t>
            </a:r>
            <a:endParaRPr b="0" lang="fr-FR" sz="2800" strike="noStrike" u="none">
              <a:solidFill>
                <a:srgbClr val="000000"/>
              </a:solidFill>
              <a:effectLst/>
              <a:uFillTx/>
              <a:latin typeface="Arial"/>
            </a:endParaRPr>
          </a:p>
        </p:txBody>
      </p:sp>
      <p:sp>
        <p:nvSpPr>
          <p:cNvPr id="80" name="TextBox 12"/>
          <p:cNvSpPr/>
          <p:nvPr/>
        </p:nvSpPr>
        <p:spPr>
          <a:xfrm>
            <a:off x="12541680" y="2801160"/>
            <a:ext cx="2982960" cy="498240"/>
          </a:xfrm>
          <a:prstGeom prst="rect">
            <a:avLst/>
          </a:prstGeom>
          <a:noFill/>
          <a:ln w="0">
            <a:noFill/>
          </a:ln>
        </p:spPr>
        <p:style>
          <a:lnRef idx="0"/>
          <a:fillRef idx="0"/>
          <a:effectRef idx="0"/>
          <a:fontRef idx="minor"/>
        </p:style>
        <p:txBody>
          <a:bodyPr lIns="0" rIns="0" tIns="0" bIns="0" anchor="t">
            <a:spAutoFit/>
          </a:bodyPr>
          <a:p>
            <a:pPr algn="r" defTabSz="914400">
              <a:lnSpc>
                <a:spcPts val="3920"/>
              </a:lnSpc>
            </a:pPr>
            <a:r>
              <a:rPr b="0" lang="en-US" sz="2800" strike="noStrike" u="none">
                <a:solidFill>
                  <a:srgbClr val="2d2d2d"/>
                </a:solidFill>
                <a:effectLst/>
                <a:uFillTx/>
                <a:latin typeface="Open Sauce"/>
                <a:ea typeface="Open Sauce"/>
              </a:rPr>
              <a:t>3</a:t>
            </a:r>
            <a:endParaRPr b="0" lang="fr-FR" sz="2800" strike="noStrike" u="none">
              <a:solidFill>
                <a:srgbClr val="000000"/>
              </a:solidFill>
              <a:effectLst/>
              <a:uFillTx/>
              <a:latin typeface="Arial"/>
            </a:endParaRPr>
          </a:p>
        </p:txBody>
      </p:sp>
      <p:sp>
        <p:nvSpPr>
          <p:cNvPr id="81" name="TextBox 13"/>
          <p:cNvSpPr/>
          <p:nvPr/>
        </p:nvSpPr>
        <p:spPr>
          <a:xfrm>
            <a:off x="12541680" y="3802320"/>
            <a:ext cx="2982960" cy="498240"/>
          </a:xfrm>
          <a:prstGeom prst="rect">
            <a:avLst/>
          </a:prstGeom>
          <a:noFill/>
          <a:ln w="0">
            <a:noFill/>
          </a:ln>
        </p:spPr>
        <p:style>
          <a:lnRef idx="0"/>
          <a:fillRef idx="0"/>
          <a:effectRef idx="0"/>
          <a:fontRef idx="minor"/>
        </p:style>
        <p:txBody>
          <a:bodyPr lIns="0" rIns="0" tIns="0" bIns="0" anchor="t">
            <a:spAutoFit/>
          </a:bodyPr>
          <a:p>
            <a:pPr algn="r" defTabSz="914400">
              <a:lnSpc>
                <a:spcPts val="3920"/>
              </a:lnSpc>
            </a:pPr>
            <a:r>
              <a:rPr b="0" lang="en-US" sz="2800" strike="noStrike" u="none">
                <a:solidFill>
                  <a:srgbClr val="2d2d2d"/>
                </a:solidFill>
                <a:effectLst/>
                <a:uFillTx/>
                <a:latin typeface="Open Sauce"/>
                <a:ea typeface="Open Sauce"/>
              </a:rPr>
              <a:t>4</a:t>
            </a:r>
            <a:endParaRPr b="0" lang="fr-FR" sz="2800" strike="noStrike" u="none">
              <a:solidFill>
                <a:srgbClr val="000000"/>
              </a:solidFill>
              <a:effectLst/>
              <a:uFillTx/>
              <a:latin typeface="Arial"/>
            </a:endParaRPr>
          </a:p>
        </p:txBody>
      </p:sp>
      <p:sp>
        <p:nvSpPr>
          <p:cNvPr id="82" name="TextBox 14"/>
          <p:cNvSpPr/>
          <p:nvPr/>
        </p:nvSpPr>
        <p:spPr>
          <a:xfrm>
            <a:off x="12541680" y="4803480"/>
            <a:ext cx="2982960" cy="498240"/>
          </a:xfrm>
          <a:prstGeom prst="rect">
            <a:avLst/>
          </a:prstGeom>
          <a:noFill/>
          <a:ln w="0">
            <a:noFill/>
          </a:ln>
        </p:spPr>
        <p:style>
          <a:lnRef idx="0"/>
          <a:fillRef idx="0"/>
          <a:effectRef idx="0"/>
          <a:fontRef idx="minor"/>
        </p:style>
        <p:txBody>
          <a:bodyPr lIns="0" rIns="0" tIns="0" bIns="0" anchor="t">
            <a:spAutoFit/>
          </a:bodyPr>
          <a:p>
            <a:pPr algn="r" defTabSz="914400">
              <a:lnSpc>
                <a:spcPts val="3920"/>
              </a:lnSpc>
            </a:pPr>
            <a:r>
              <a:rPr b="0" lang="en-US" sz="2800" strike="noStrike" u="none">
                <a:solidFill>
                  <a:srgbClr val="2d2d2d"/>
                </a:solidFill>
                <a:effectLst/>
                <a:uFillTx/>
                <a:latin typeface="Open Sauce"/>
                <a:ea typeface="Open Sauce"/>
              </a:rPr>
              <a:t>5</a:t>
            </a:r>
            <a:endParaRPr b="0" lang="fr-FR" sz="2800" strike="noStrike" u="none">
              <a:solidFill>
                <a:srgbClr val="000000"/>
              </a:solidFill>
              <a:effectLst/>
              <a:uFillTx/>
              <a:latin typeface="Arial"/>
            </a:endParaRPr>
          </a:p>
        </p:txBody>
      </p:sp>
      <p:sp>
        <p:nvSpPr>
          <p:cNvPr id="83" name="TextBox 15"/>
          <p:cNvSpPr/>
          <p:nvPr/>
        </p:nvSpPr>
        <p:spPr>
          <a:xfrm>
            <a:off x="12541680" y="5804640"/>
            <a:ext cx="2982960" cy="498240"/>
          </a:xfrm>
          <a:prstGeom prst="rect">
            <a:avLst/>
          </a:prstGeom>
          <a:noFill/>
          <a:ln w="0">
            <a:noFill/>
          </a:ln>
        </p:spPr>
        <p:style>
          <a:lnRef idx="0"/>
          <a:fillRef idx="0"/>
          <a:effectRef idx="0"/>
          <a:fontRef idx="minor"/>
        </p:style>
        <p:txBody>
          <a:bodyPr lIns="0" rIns="0" tIns="0" bIns="0" anchor="t">
            <a:spAutoFit/>
          </a:bodyPr>
          <a:p>
            <a:pPr algn="r" defTabSz="914400">
              <a:lnSpc>
                <a:spcPts val="3920"/>
              </a:lnSpc>
            </a:pPr>
            <a:r>
              <a:rPr b="0" lang="en-US" sz="2800" strike="noStrike" u="none">
                <a:solidFill>
                  <a:srgbClr val="2d2d2d"/>
                </a:solidFill>
                <a:effectLst/>
                <a:uFillTx/>
                <a:latin typeface="Open Sauce"/>
                <a:ea typeface="Open Sauce"/>
              </a:rPr>
              <a:t>6</a:t>
            </a:r>
            <a:endParaRPr b="0" lang="fr-FR" sz="2800" strike="noStrike" u="none">
              <a:solidFill>
                <a:srgbClr val="000000"/>
              </a:solidFill>
              <a:effectLst/>
              <a:uFillTx/>
              <a:latin typeface="Arial"/>
            </a:endParaRPr>
          </a:p>
        </p:txBody>
      </p:sp>
      <p:sp>
        <p:nvSpPr>
          <p:cNvPr id="84" name="TextBox 16"/>
          <p:cNvSpPr/>
          <p:nvPr/>
        </p:nvSpPr>
        <p:spPr>
          <a:xfrm>
            <a:off x="12541680" y="6805800"/>
            <a:ext cx="2982960" cy="498240"/>
          </a:xfrm>
          <a:prstGeom prst="rect">
            <a:avLst/>
          </a:prstGeom>
          <a:noFill/>
          <a:ln w="0">
            <a:noFill/>
          </a:ln>
        </p:spPr>
        <p:style>
          <a:lnRef idx="0"/>
          <a:fillRef idx="0"/>
          <a:effectRef idx="0"/>
          <a:fontRef idx="minor"/>
        </p:style>
        <p:txBody>
          <a:bodyPr lIns="0" rIns="0" tIns="0" bIns="0" anchor="t">
            <a:spAutoFit/>
          </a:bodyPr>
          <a:p>
            <a:pPr algn="r" defTabSz="914400">
              <a:lnSpc>
                <a:spcPts val="3920"/>
              </a:lnSpc>
            </a:pPr>
            <a:r>
              <a:rPr b="0" lang="en-US" sz="2800" strike="noStrike" u="none">
                <a:solidFill>
                  <a:srgbClr val="2d2d2d"/>
                </a:solidFill>
                <a:effectLst/>
                <a:uFillTx/>
                <a:latin typeface="Open Sauce"/>
                <a:ea typeface="Open Sauce"/>
              </a:rPr>
              <a:t>7</a:t>
            </a:r>
            <a:endParaRPr b="0" lang="fr-FR" sz="2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9f5f0"/>
        </a:solidFill>
      </p:bgPr>
    </p:bg>
    <p:spTree>
      <p:nvGrpSpPr>
        <p:cNvPr id="1" name=""/>
        <p:cNvGrpSpPr/>
        <p:nvPr/>
      </p:nvGrpSpPr>
      <p:grpSpPr>
        <a:xfrm>
          <a:off x="0" y="0"/>
          <a:ext cx="0" cy="0"/>
          <a:chOff x="0" y="0"/>
          <a:chExt cx="0" cy="0"/>
        </a:xfrm>
      </p:grpSpPr>
      <p:sp>
        <p:nvSpPr>
          <p:cNvPr id="85" name="Freeform 2"/>
          <p:cNvSpPr/>
          <p:nvPr/>
        </p:nvSpPr>
        <p:spPr>
          <a:xfrm>
            <a:off x="16484760" y="520200"/>
            <a:ext cx="1017000" cy="1017000"/>
          </a:xfrm>
          <a:custGeom>
            <a:avLst/>
            <a:gdLst>
              <a:gd name="textAreaLeft" fmla="*/ 0 w 1017000"/>
              <a:gd name="textAreaRight" fmla="*/ 1017360 w 1017000"/>
              <a:gd name="textAreaTop" fmla="*/ 0 h 1017000"/>
              <a:gd name="textAreaBottom" fmla="*/ 1017360 h 1017000"/>
            </a:gdLst>
            <a:ahLst/>
            <a:cxnLst/>
            <a:rect l="textAreaLeft" t="textAreaTop" r="textAreaRight" b="textAreaBottom"/>
            <a:pathLst>
              <a:path w="1017308" h="1017308">
                <a:moveTo>
                  <a:pt x="0" y="0"/>
                </a:moveTo>
                <a:lnTo>
                  <a:pt x="1017308" y="0"/>
                </a:lnTo>
                <a:lnTo>
                  <a:pt x="1017308" y="1017308"/>
                </a:lnTo>
                <a:lnTo>
                  <a:pt x="0" y="1017308"/>
                </a:lnTo>
                <a:lnTo>
                  <a:pt x="0" y="0"/>
                </a:lnTo>
                <a:close/>
              </a:path>
            </a:pathLst>
          </a:custGeom>
          <a:blipFill rotWithShape="0">
            <a:blip r:embed="rId1">
              <a:extLst>
                <a:ext uri="{96DAC541-7B7A-43D3-8B79-37D633B846F1}">
                  <asvg:svgBlip xmlns:asvg="http://schemas.microsoft.com/office/drawing/2016/SVG/main" r:embed="rId2"/>
                </a:ext>
              </a:extLst>
            </a:blip>
            <a:srcRect/>
            <a:stretch/>
          </a:blipFill>
          <a:ln w="0">
            <a:noFill/>
          </a:ln>
        </p:spPr>
        <p:style>
          <a:lnRef idx="0"/>
          <a:fillRef idx="0"/>
          <a:effectRef idx="0"/>
          <a:fontRef idx="minor"/>
        </p:style>
        <p:txBody>
          <a:bodyPr lIns="90000" rIns="90000" tIns="45000" bIns="45000" anchor="t">
            <a:noAutofit/>
          </a:bodyPr>
          <a:p>
            <a:endParaRPr b="0" lang="fr-FR" sz="1800" strike="noStrike" u="none">
              <a:solidFill>
                <a:srgbClr val="000000"/>
              </a:solidFill>
              <a:effectLst/>
              <a:uFillTx/>
              <a:latin typeface="Arial"/>
            </a:endParaRPr>
          </a:p>
        </p:txBody>
      </p:sp>
      <p:grpSp>
        <p:nvGrpSpPr>
          <p:cNvPr id="86" name="Group 3"/>
          <p:cNvGrpSpPr/>
          <p:nvPr/>
        </p:nvGrpSpPr>
        <p:grpSpPr>
          <a:xfrm>
            <a:off x="0" y="8988120"/>
            <a:ext cx="18287640" cy="1298520"/>
            <a:chOff x="0" y="8988120"/>
            <a:chExt cx="18287640" cy="1298520"/>
          </a:xfrm>
        </p:grpSpPr>
        <p:sp>
          <p:nvSpPr>
            <p:cNvPr id="87" name="Freeform 4"/>
            <p:cNvSpPr/>
            <p:nvPr/>
          </p:nvSpPr>
          <p:spPr>
            <a:xfrm>
              <a:off x="0" y="8988120"/>
              <a:ext cx="18287640" cy="1298520"/>
            </a:xfrm>
            <a:custGeom>
              <a:avLst/>
              <a:gdLst>
                <a:gd name="textAreaLeft" fmla="*/ 0 w 18287640"/>
                <a:gd name="textAreaRight" fmla="*/ 18288000 w 18287640"/>
                <a:gd name="textAreaTop" fmla="*/ 0 h 1298520"/>
                <a:gd name="textAreaBottom" fmla="*/ 1298880 h 1298520"/>
              </a:gdLst>
              <a:ahLst/>
              <a:cxnLst/>
              <a:rect l="textAreaLeft" t="textAreaTop" r="textAreaRight" b="textAreaBottom"/>
              <a:pathLst>
                <a:path w="6671512" h="473852">
                  <a:moveTo>
                    <a:pt x="0" y="0"/>
                  </a:moveTo>
                  <a:lnTo>
                    <a:pt x="6671512" y="0"/>
                  </a:lnTo>
                  <a:lnTo>
                    <a:pt x="6671512" y="473852"/>
                  </a:lnTo>
                  <a:lnTo>
                    <a:pt x="0" y="473852"/>
                  </a:lnTo>
                  <a:close/>
                </a:path>
              </a:pathLst>
            </a:custGeom>
            <a:solidFill>
              <a:srgbClr val="196bde"/>
            </a:solidFill>
            <a:ln w="0">
              <a:noFill/>
            </a:ln>
          </p:spPr>
          <p:style>
            <a:lnRef idx="0"/>
            <a:fillRef idx="0"/>
            <a:effectRef idx="0"/>
            <a:fontRef idx="minor"/>
          </p:style>
          <p:txBody>
            <a:bodyPr lIns="90000" rIns="90000" tIns="45000" bIns="45000" anchor="t">
              <a:noAutofit/>
            </a:bodyPr>
            <a:p>
              <a:endParaRPr b="0" lang="fr-FR" sz="1800" strike="noStrike" u="none">
                <a:solidFill>
                  <a:srgbClr val="ffffff"/>
                </a:solidFill>
                <a:effectLst/>
                <a:uFillTx/>
                <a:latin typeface="Arial"/>
              </a:endParaRPr>
            </a:p>
          </p:txBody>
        </p:sp>
      </p:grpSp>
      <p:sp>
        <p:nvSpPr>
          <p:cNvPr id="88" name="TextBox 5"/>
          <p:cNvSpPr/>
          <p:nvPr/>
        </p:nvSpPr>
        <p:spPr>
          <a:xfrm>
            <a:off x="1028880" y="579960"/>
            <a:ext cx="8092800" cy="853560"/>
          </a:xfrm>
          <a:prstGeom prst="rect">
            <a:avLst/>
          </a:prstGeom>
          <a:noFill/>
          <a:ln w="0">
            <a:noFill/>
          </a:ln>
        </p:spPr>
        <p:style>
          <a:lnRef idx="0"/>
          <a:fillRef idx="0"/>
          <a:effectRef idx="0"/>
          <a:fontRef idx="minor"/>
        </p:style>
        <p:txBody>
          <a:bodyPr lIns="0" rIns="0" tIns="0" bIns="0" anchor="t">
            <a:spAutoFit/>
          </a:bodyPr>
          <a:p>
            <a:pPr defTabSz="914400">
              <a:lnSpc>
                <a:spcPts val="6718"/>
              </a:lnSpc>
            </a:pPr>
            <a:r>
              <a:rPr b="0" lang="en-US" sz="4800" strike="noStrike" u="none">
                <a:solidFill>
                  <a:srgbClr val="196bde"/>
                </a:solidFill>
                <a:effectLst/>
                <a:uFillTx/>
                <a:latin typeface="Open Sauce"/>
                <a:ea typeface="Open Sauce"/>
              </a:rPr>
              <a:t>Definition</a:t>
            </a:r>
            <a:endParaRPr b="0" lang="fr-FR" sz="4800" strike="noStrike" u="none">
              <a:solidFill>
                <a:srgbClr val="000000"/>
              </a:solidFill>
              <a:effectLst/>
              <a:uFillTx/>
              <a:latin typeface="Arial"/>
            </a:endParaRPr>
          </a:p>
        </p:txBody>
      </p:sp>
      <p:sp>
        <p:nvSpPr>
          <p:cNvPr id="89" name="TextBox 6"/>
          <p:cNvSpPr/>
          <p:nvPr/>
        </p:nvSpPr>
        <p:spPr>
          <a:xfrm>
            <a:off x="12902400" y="9358920"/>
            <a:ext cx="4356360" cy="498240"/>
          </a:xfrm>
          <a:prstGeom prst="rect">
            <a:avLst/>
          </a:prstGeom>
          <a:noFill/>
          <a:ln w="0">
            <a:noFill/>
          </a:ln>
        </p:spPr>
        <p:style>
          <a:lnRef idx="0"/>
          <a:fillRef idx="0"/>
          <a:effectRef idx="0"/>
          <a:fontRef idx="minor"/>
        </p:style>
        <p:txBody>
          <a:bodyPr lIns="0" rIns="0" tIns="0" bIns="0" anchor="t">
            <a:spAutoFit/>
          </a:bodyPr>
          <a:p>
            <a:pPr algn="r" defTabSz="914400">
              <a:lnSpc>
                <a:spcPts val="3920"/>
              </a:lnSpc>
            </a:pPr>
            <a:r>
              <a:rPr b="0" lang="en-US" sz="2800" strike="noStrike" u="none">
                <a:solidFill>
                  <a:srgbClr val="f9f5f0"/>
                </a:solidFill>
                <a:effectLst/>
                <a:uFillTx/>
                <a:latin typeface="Open Sauce"/>
                <a:ea typeface="Open Sauce"/>
              </a:rPr>
              <a:t>3</a:t>
            </a:r>
            <a:endParaRPr b="0" lang="fr-FR" sz="2800" strike="noStrike" u="none">
              <a:solidFill>
                <a:srgbClr val="000000"/>
              </a:solidFill>
              <a:effectLst/>
              <a:uFillTx/>
              <a:latin typeface="Arial"/>
            </a:endParaRPr>
          </a:p>
        </p:txBody>
      </p:sp>
      <p:sp>
        <p:nvSpPr>
          <p:cNvPr id="90" name="TextBox 7"/>
          <p:cNvSpPr/>
          <p:nvPr/>
        </p:nvSpPr>
        <p:spPr>
          <a:xfrm>
            <a:off x="626400" y="2790000"/>
            <a:ext cx="7170120" cy="3413160"/>
          </a:xfrm>
          <a:prstGeom prst="rect">
            <a:avLst/>
          </a:prstGeom>
          <a:noFill/>
          <a:ln w="0">
            <a:noFill/>
          </a:ln>
        </p:spPr>
        <p:style>
          <a:lnRef idx="0"/>
          <a:fillRef idx="0"/>
          <a:effectRef idx="0"/>
          <a:fontRef idx="minor"/>
        </p:style>
        <p:txBody>
          <a:bodyPr lIns="0" rIns="0" tIns="0" bIns="0" anchor="t">
            <a:spAutoFit/>
          </a:bodyPr>
          <a:p>
            <a:pPr algn="just" defTabSz="914400">
              <a:lnSpc>
                <a:spcPts val="4479"/>
              </a:lnSpc>
            </a:pPr>
            <a:r>
              <a:rPr b="0" lang="en-US" sz="2800" strike="noStrike" u="none">
                <a:solidFill>
                  <a:srgbClr val="2d2d2d"/>
                </a:solidFill>
                <a:effectLst/>
                <a:uFillTx/>
                <a:latin typeface="Open Sauce"/>
                <a:ea typeface="Open Sauce"/>
              </a:rPr>
              <a:t>Duis aute irure dolor in reprehenderit in voluptate velit esse cillum dolore eu fugiat nulla pariatur. Excepteur sint occaecat cupidatat non proident, sunt in culpa qui officia deserunt mollit anim id est laborum.</a:t>
            </a:r>
            <a:endParaRPr b="0" lang="fr-FR" sz="2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9f5f0"/>
        </a:solidFill>
      </p:bgPr>
    </p:bg>
    <p:spTree>
      <p:nvGrpSpPr>
        <p:cNvPr id="1" name=""/>
        <p:cNvGrpSpPr/>
        <p:nvPr/>
      </p:nvGrpSpPr>
      <p:grpSpPr>
        <a:xfrm>
          <a:off x="0" y="0"/>
          <a:ext cx="0" cy="0"/>
          <a:chOff x="0" y="0"/>
          <a:chExt cx="0" cy="0"/>
        </a:xfrm>
      </p:grpSpPr>
      <p:grpSp>
        <p:nvGrpSpPr>
          <p:cNvPr id="91" name="Group 2"/>
          <p:cNvGrpSpPr/>
          <p:nvPr/>
        </p:nvGrpSpPr>
        <p:grpSpPr>
          <a:xfrm>
            <a:off x="0" y="8988120"/>
            <a:ext cx="18287640" cy="1298520"/>
            <a:chOff x="0" y="8988120"/>
            <a:chExt cx="18287640" cy="1298520"/>
          </a:xfrm>
        </p:grpSpPr>
        <p:sp>
          <p:nvSpPr>
            <p:cNvPr id="92" name="Freeform 3"/>
            <p:cNvSpPr/>
            <p:nvPr/>
          </p:nvSpPr>
          <p:spPr>
            <a:xfrm>
              <a:off x="0" y="8988120"/>
              <a:ext cx="18287640" cy="1298520"/>
            </a:xfrm>
            <a:custGeom>
              <a:avLst/>
              <a:gdLst>
                <a:gd name="textAreaLeft" fmla="*/ 0 w 18287640"/>
                <a:gd name="textAreaRight" fmla="*/ 18288000 w 18287640"/>
                <a:gd name="textAreaTop" fmla="*/ 0 h 1298520"/>
                <a:gd name="textAreaBottom" fmla="*/ 1298880 h 1298520"/>
              </a:gdLst>
              <a:ahLst/>
              <a:cxnLst/>
              <a:rect l="textAreaLeft" t="textAreaTop" r="textAreaRight" b="textAreaBottom"/>
              <a:pathLst>
                <a:path w="6671512" h="473852">
                  <a:moveTo>
                    <a:pt x="0" y="0"/>
                  </a:moveTo>
                  <a:lnTo>
                    <a:pt x="6671512" y="0"/>
                  </a:lnTo>
                  <a:lnTo>
                    <a:pt x="6671512" y="473852"/>
                  </a:lnTo>
                  <a:lnTo>
                    <a:pt x="0" y="473852"/>
                  </a:lnTo>
                  <a:close/>
                </a:path>
              </a:pathLst>
            </a:custGeom>
            <a:solidFill>
              <a:srgbClr val="196bde"/>
            </a:solidFill>
            <a:ln w="0">
              <a:noFill/>
            </a:ln>
          </p:spPr>
          <p:style>
            <a:lnRef idx="0"/>
            <a:fillRef idx="0"/>
            <a:effectRef idx="0"/>
            <a:fontRef idx="minor"/>
          </p:style>
          <p:txBody>
            <a:bodyPr lIns="90000" rIns="90000" tIns="45000" bIns="45000" anchor="t">
              <a:noAutofit/>
            </a:bodyPr>
            <a:p>
              <a:endParaRPr b="0" lang="fr-FR" sz="1800" strike="noStrike" u="none">
                <a:solidFill>
                  <a:srgbClr val="ffffff"/>
                </a:solidFill>
                <a:effectLst/>
                <a:uFillTx/>
                <a:latin typeface="Arial"/>
              </a:endParaRPr>
            </a:p>
          </p:txBody>
        </p:sp>
      </p:grpSp>
      <p:sp>
        <p:nvSpPr>
          <p:cNvPr id="93" name="Freeform 4"/>
          <p:cNvSpPr/>
          <p:nvPr/>
        </p:nvSpPr>
        <p:spPr>
          <a:xfrm>
            <a:off x="16484760" y="520200"/>
            <a:ext cx="1017000" cy="1017000"/>
          </a:xfrm>
          <a:custGeom>
            <a:avLst/>
            <a:gdLst>
              <a:gd name="textAreaLeft" fmla="*/ 0 w 1017000"/>
              <a:gd name="textAreaRight" fmla="*/ 1017360 w 1017000"/>
              <a:gd name="textAreaTop" fmla="*/ 0 h 1017000"/>
              <a:gd name="textAreaBottom" fmla="*/ 1017360 h 1017000"/>
            </a:gdLst>
            <a:ahLst/>
            <a:cxnLst/>
            <a:rect l="textAreaLeft" t="textAreaTop" r="textAreaRight" b="textAreaBottom"/>
            <a:pathLst>
              <a:path w="1017308" h="1017308">
                <a:moveTo>
                  <a:pt x="0" y="0"/>
                </a:moveTo>
                <a:lnTo>
                  <a:pt x="1017308" y="0"/>
                </a:lnTo>
                <a:lnTo>
                  <a:pt x="1017308" y="1017308"/>
                </a:lnTo>
                <a:lnTo>
                  <a:pt x="0" y="1017308"/>
                </a:lnTo>
                <a:lnTo>
                  <a:pt x="0" y="0"/>
                </a:lnTo>
                <a:close/>
              </a:path>
            </a:pathLst>
          </a:custGeom>
          <a:blipFill rotWithShape="0">
            <a:blip r:embed="rId1">
              <a:extLst>
                <a:ext uri="{96DAC541-7B7A-43D3-8B79-37D633B846F1}">
                  <asvg:svgBlip xmlns:asvg="http://schemas.microsoft.com/office/drawing/2016/SVG/main" r:embed="rId2"/>
                </a:ext>
              </a:extLst>
            </a:blip>
            <a:srcRect/>
            <a:stretch/>
          </a:blipFill>
          <a:ln w="0">
            <a:noFill/>
          </a:ln>
        </p:spPr>
        <p:style>
          <a:lnRef idx="0"/>
          <a:fillRef idx="0"/>
          <a:effectRef idx="0"/>
          <a:fontRef idx="minor"/>
        </p:style>
        <p:txBody>
          <a:bodyPr lIns="90000" rIns="90000" tIns="45000" bIns="45000" anchor="t">
            <a:noAutofit/>
          </a:bodyPr>
          <a:p>
            <a:endParaRPr b="0" lang="fr-FR" sz="1800" strike="noStrike" u="none">
              <a:solidFill>
                <a:srgbClr val="000000"/>
              </a:solidFill>
              <a:effectLst/>
              <a:uFillTx/>
              <a:latin typeface="Arial"/>
            </a:endParaRPr>
          </a:p>
        </p:txBody>
      </p:sp>
      <p:sp>
        <p:nvSpPr>
          <p:cNvPr id="94" name="Freeform 5"/>
          <p:cNvSpPr/>
          <p:nvPr/>
        </p:nvSpPr>
        <p:spPr>
          <a:xfrm>
            <a:off x="1028880" y="2429280"/>
            <a:ext cx="1388520" cy="1639080"/>
          </a:xfrm>
          <a:custGeom>
            <a:avLst/>
            <a:gdLst>
              <a:gd name="textAreaLeft" fmla="*/ 0 w 1388520"/>
              <a:gd name="textAreaRight" fmla="*/ 1388880 w 1388520"/>
              <a:gd name="textAreaTop" fmla="*/ 0 h 1639080"/>
              <a:gd name="textAreaBottom" fmla="*/ 1639440 h 1639080"/>
            </a:gdLst>
            <a:ahLst/>
            <a:cxnLst/>
            <a:rect l="textAreaLeft" t="textAreaTop" r="textAreaRight" b="textAreaBottom"/>
            <a:pathLst>
              <a:path w="1389001" h="1639379">
                <a:moveTo>
                  <a:pt x="0" y="0"/>
                </a:moveTo>
                <a:lnTo>
                  <a:pt x="1389001" y="0"/>
                </a:lnTo>
                <a:lnTo>
                  <a:pt x="1389001" y="1639379"/>
                </a:lnTo>
                <a:lnTo>
                  <a:pt x="0" y="1639379"/>
                </a:lnTo>
                <a:lnTo>
                  <a:pt x="0" y="0"/>
                </a:lnTo>
                <a:close/>
              </a:path>
            </a:pathLst>
          </a:custGeom>
          <a:blipFill rotWithShape="0">
            <a:blip r:embed="rId3">
              <a:extLst>
                <a:ext uri="{96DAC541-7B7A-43D3-8B79-37D633B846F1}">
                  <asvg:svgBlip xmlns:asvg="http://schemas.microsoft.com/office/drawing/2016/SVG/main" r:embed="rId4"/>
                </a:ext>
              </a:extLst>
            </a:blip>
            <a:srcRect/>
            <a:stretch/>
          </a:blipFill>
          <a:ln w="0">
            <a:noFill/>
          </a:ln>
        </p:spPr>
        <p:style>
          <a:lnRef idx="0"/>
          <a:fillRef idx="0"/>
          <a:effectRef idx="0"/>
          <a:fontRef idx="minor"/>
        </p:style>
        <p:txBody>
          <a:bodyPr lIns="90000" rIns="90000" tIns="45000" bIns="45000" anchor="t">
            <a:noAutofit/>
          </a:bodyPr>
          <a:p>
            <a:endParaRPr b="0" lang="fr-FR" sz="1800" strike="noStrike" u="none">
              <a:solidFill>
                <a:srgbClr val="000000"/>
              </a:solidFill>
              <a:effectLst/>
              <a:uFillTx/>
              <a:latin typeface="Arial"/>
            </a:endParaRPr>
          </a:p>
        </p:txBody>
      </p:sp>
      <p:sp>
        <p:nvSpPr>
          <p:cNvPr id="95" name="Freeform 6"/>
          <p:cNvSpPr/>
          <p:nvPr/>
        </p:nvSpPr>
        <p:spPr>
          <a:xfrm>
            <a:off x="6948360" y="2429280"/>
            <a:ext cx="1350000" cy="1639080"/>
          </a:xfrm>
          <a:custGeom>
            <a:avLst/>
            <a:gdLst>
              <a:gd name="textAreaLeft" fmla="*/ 0 w 1350000"/>
              <a:gd name="textAreaRight" fmla="*/ 1350360 w 1350000"/>
              <a:gd name="textAreaTop" fmla="*/ 0 h 1639080"/>
              <a:gd name="textAreaBottom" fmla="*/ 1639440 h 1639080"/>
            </a:gdLst>
            <a:ahLst/>
            <a:cxnLst/>
            <a:rect l="textAreaLeft" t="textAreaTop" r="textAreaRight" b="textAreaBottom"/>
            <a:pathLst>
              <a:path w="1350252" h="1639379">
                <a:moveTo>
                  <a:pt x="0" y="0"/>
                </a:moveTo>
                <a:lnTo>
                  <a:pt x="1350252" y="0"/>
                </a:lnTo>
                <a:lnTo>
                  <a:pt x="1350252" y="1639379"/>
                </a:lnTo>
                <a:lnTo>
                  <a:pt x="0" y="1639379"/>
                </a:lnTo>
                <a:lnTo>
                  <a:pt x="0" y="0"/>
                </a:lnTo>
                <a:close/>
              </a:path>
            </a:pathLst>
          </a:custGeom>
          <a:blipFill rotWithShape="0">
            <a:blip r:embed="rId5">
              <a:extLst>
                <a:ext uri="{96DAC541-7B7A-43D3-8B79-37D633B846F1}">
                  <asvg:svgBlip xmlns:asvg="http://schemas.microsoft.com/office/drawing/2016/SVG/main" r:embed="rId6"/>
                </a:ext>
              </a:extLst>
            </a:blip>
            <a:srcRect/>
            <a:stretch/>
          </a:blipFill>
          <a:ln w="0">
            <a:noFill/>
          </a:ln>
        </p:spPr>
        <p:style>
          <a:lnRef idx="0"/>
          <a:fillRef idx="0"/>
          <a:effectRef idx="0"/>
          <a:fontRef idx="minor"/>
        </p:style>
        <p:txBody>
          <a:bodyPr lIns="90000" rIns="90000" tIns="45000" bIns="45000" anchor="t">
            <a:noAutofit/>
          </a:bodyPr>
          <a:p>
            <a:endParaRPr b="0" lang="fr-FR" sz="1800" strike="noStrike" u="none">
              <a:solidFill>
                <a:srgbClr val="000000"/>
              </a:solidFill>
              <a:effectLst/>
              <a:uFillTx/>
              <a:latin typeface="Arial"/>
            </a:endParaRPr>
          </a:p>
        </p:txBody>
      </p:sp>
      <p:sp>
        <p:nvSpPr>
          <p:cNvPr id="96" name="Freeform 7"/>
          <p:cNvSpPr/>
          <p:nvPr/>
        </p:nvSpPr>
        <p:spPr>
          <a:xfrm>
            <a:off x="12912480" y="2429280"/>
            <a:ext cx="1436400" cy="1639080"/>
          </a:xfrm>
          <a:custGeom>
            <a:avLst/>
            <a:gdLst>
              <a:gd name="textAreaLeft" fmla="*/ 0 w 1436400"/>
              <a:gd name="textAreaRight" fmla="*/ 1436760 w 1436400"/>
              <a:gd name="textAreaTop" fmla="*/ 0 h 1639080"/>
              <a:gd name="textAreaBottom" fmla="*/ 1639440 h 1639080"/>
            </a:gdLst>
            <a:ahLst/>
            <a:cxnLst/>
            <a:rect l="textAreaLeft" t="textAreaTop" r="textAreaRight" b="textAreaBottom"/>
            <a:pathLst>
              <a:path w="1436692" h="1639379">
                <a:moveTo>
                  <a:pt x="0" y="0"/>
                </a:moveTo>
                <a:lnTo>
                  <a:pt x="1436692" y="0"/>
                </a:lnTo>
                <a:lnTo>
                  <a:pt x="1436692" y="1639379"/>
                </a:lnTo>
                <a:lnTo>
                  <a:pt x="0" y="1639379"/>
                </a:lnTo>
                <a:lnTo>
                  <a:pt x="0" y="0"/>
                </a:lnTo>
                <a:close/>
              </a:path>
            </a:pathLst>
          </a:custGeom>
          <a:blipFill rotWithShape="0">
            <a:blip r:embed="rId7">
              <a:extLst>
                <a:ext uri="{96DAC541-7B7A-43D3-8B79-37D633B846F1}">
                  <asvg:svgBlip xmlns:asvg="http://schemas.microsoft.com/office/drawing/2016/SVG/main" r:embed="rId8"/>
                </a:ext>
              </a:extLst>
            </a:blip>
            <a:srcRect/>
            <a:stretch/>
          </a:blipFill>
          <a:ln w="0">
            <a:noFill/>
          </a:ln>
        </p:spPr>
        <p:style>
          <a:lnRef idx="0"/>
          <a:fillRef idx="0"/>
          <a:effectRef idx="0"/>
          <a:fontRef idx="minor"/>
        </p:style>
        <p:txBody>
          <a:bodyPr lIns="90000" rIns="90000" tIns="45000" bIns="45000" anchor="t">
            <a:noAutofit/>
          </a:bodyPr>
          <a:p>
            <a:endParaRPr b="0" lang="fr-FR" sz="1800" strike="noStrike" u="none">
              <a:solidFill>
                <a:srgbClr val="000000"/>
              </a:solidFill>
              <a:effectLst/>
              <a:uFillTx/>
              <a:latin typeface="Arial"/>
            </a:endParaRPr>
          </a:p>
        </p:txBody>
      </p:sp>
      <p:sp>
        <p:nvSpPr>
          <p:cNvPr id="97" name="TextBox 8"/>
          <p:cNvSpPr/>
          <p:nvPr/>
        </p:nvSpPr>
        <p:spPr>
          <a:xfrm>
            <a:off x="1028880" y="579960"/>
            <a:ext cx="8092800" cy="853560"/>
          </a:xfrm>
          <a:prstGeom prst="rect">
            <a:avLst/>
          </a:prstGeom>
          <a:noFill/>
          <a:ln w="0">
            <a:noFill/>
          </a:ln>
        </p:spPr>
        <p:style>
          <a:lnRef idx="0"/>
          <a:fillRef idx="0"/>
          <a:effectRef idx="0"/>
          <a:fontRef idx="minor"/>
        </p:style>
        <p:txBody>
          <a:bodyPr lIns="0" rIns="0" tIns="0" bIns="0" anchor="t">
            <a:spAutoFit/>
          </a:bodyPr>
          <a:p>
            <a:pPr defTabSz="914400">
              <a:lnSpc>
                <a:spcPts val="6718"/>
              </a:lnSpc>
            </a:pPr>
            <a:r>
              <a:rPr b="0" lang="en-US" sz="4800" strike="noStrike" u="none">
                <a:solidFill>
                  <a:srgbClr val="196bde"/>
                </a:solidFill>
                <a:effectLst/>
                <a:uFillTx/>
                <a:latin typeface="Open Sauce"/>
                <a:ea typeface="Open Sauce"/>
              </a:rPr>
              <a:t>Types</a:t>
            </a:r>
            <a:endParaRPr b="0" lang="fr-FR" sz="4800" strike="noStrike" u="none">
              <a:solidFill>
                <a:srgbClr val="000000"/>
              </a:solidFill>
              <a:effectLst/>
              <a:uFillTx/>
              <a:latin typeface="Arial"/>
            </a:endParaRPr>
          </a:p>
        </p:txBody>
      </p:sp>
      <p:sp>
        <p:nvSpPr>
          <p:cNvPr id="98" name="TextBox 9"/>
          <p:cNvSpPr/>
          <p:nvPr/>
        </p:nvSpPr>
        <p:spPr>
          <a:xfrm>
            <a:off x="12902400" y="9358920"/>
            <a:ext cx="4356360" cy="498240"/>
          </a:xfrm>
          <a:prstGeom prst="rect">
            <a:avLst/>
          </a:prstGeom>
          <a:noFill/>
          <a:ln w="0">
            <a:noFill/>
          </a:ln>
        </p:spPr>
        <p:style>
          <a:lnRef idx="0"/>
          <a:fillRef idx="0"/>
          <a:effectRef idx="0"/>
          <a:fontRef idx="minor"/>
        </p:style>
        <p:txBody>
          <a:bodyPr lIns="0" rIns="0" tIns="0" bIns="0" anchor="t">
            <a:spAutoFit/>
          </a:bodyPr>
          <a:p>
            <a:pPr algn="r" defTabSz="914400">
              <a:lnSpc>
                <a:spcPts val="3920"/>
              </a:lnSpc>
            </a:pPr>
            <a:r>
              <a:rPr b="0" lang="en-US" sz="2800" strike="noStrike" u="none">
                <a:solidFill>
                  <a:srgbClr val="f9f5f0"/>
                </a:solidFill>
                <a:effectLst/>
                <a:uFillTx/>
                <a:latin typeface="Open Sauce"/>
                <a:ea typeface="Open Sauce"/>
              </a:rPr>
              <a:t>4</a:t>
            </a:r>
            <a:endParaRPr b="0" lang="fr-FR" sz="2800" strike="noStrike" u="none">
              <a:solidFill>
                <a:srgbClr val="000000"/>
              </a:solidFill>
              <a:effectLst/>
              <a:uFillTx/>
              <a:latin typeface="Arial"/>
            </a:endParaRPr>
          </a:p>
        </p:txBody>
      </p:sp>
      <p:sp>
        <p:nvSpPr>
          <p:cNvPr id="99" name="TextBox 10"/>
          <p:cNvSpPr/>
          <p:nvPr/>
        </p:nvSpPr>
        <p:spPr>
          <a:xfrm>
            <a:off x="1028880" y="5182560"/>
            <a:ext cx="4346280" cy="3413160"/>
          </a:xfrm>
          <a:prstGeom prst="rect">
            <a:avLst/>
          </a:prstGeom>
          <a:noFill/>
          <a:ln w="0">
            <a:noFill/>
          </a:ln>
        </p:spPr>
        <p:style>
          <a:lnRef idx="0"/>
          <a:fillRef idx="0"/>
          <a:effectRef idx="0"/>
          <a:fontRef idx="minor"/>
        </p:style>
        <p:txBody>
          <a:bodyPr lIns="0" rIns="0" tIns="0" bIns="0" anchor="t">
            <a:spAutoFit/>
          </a:bodyPr>
          <a:p>
            <a:pPr algn="just" defTabSz="914400">
              <a:lnSpc>
                <a:spcPts val="4479"/>
              </a:lnSpc>
            </a:pPr>
            <a:r>
              <a:rPr b="0" lang="en-US" sz="2800" strike="noStrike" u="none">
                <a:solidFill>
                  <a:srgbClr val="2d2d2d"/>
                </a:solidFill>
                <a:effectLst/>
                <a:uFillTx/>
                <a:latin typeface="Open Sauce"/>
                <a:ea typeface="Open Sauce"/>
              </a:rPr>
              <a:t>Lorem ipsum dolor sit amet, consectetur adipiscing elit, sed do eiusmod tempor incididunt ut labore et dolore magna aliqua.</a:t>
            </a:r>
            <a:endParaRPr b="0" lang="fr-FR" sz="2800" strike="noStrike" u="none">
              <a:solidFill>
                <a:srgbClr val="000000"/>
              </a:solidFill>
              <a:effectLst/>
              <a:uFillTx/>
              <a:latin typeface="Arial"/>
            </a:endParaRPr>
          </a:p>
        </p:txBody>
      </p:sp>
      <p:sp>
        <p:nvSpPr>
          <p:cNvPr id="100" name="TextBox 11"/>
          <p:cNvSpPr/>
          <p:nvPr/>
        </p:nvSpPr>
        <p:spPr>
          <a:xfrm>
            <a:off x="12912480" y="5182560"/>
            <a:ext cx="4346280" cy="2844360"/>
          </a:xfrm>
          <a:prstGeom prst="rect">
            <a:avLst/>
          </a:prstGeom>
          <a:noFill/>
          <a:ln w="0">
            <a:noFill/>
          </a:ln>
        </p:spPr>
        <p:style>
          <a:lnRef idx="0"/>
          <a:fillRef idx="0"/>
          <a:effectRef idx="0"/>
          <a:fontRef idx="minor"/>
        </p:style>
        <p:txBody>
          <a:bodyPr lIns="0" rIns="0" tIns="0" bIns="0" anchor="t">
            <a:spAutoFit/>
          </a:bodyPr>
          <a:p>
            <a:pPr algn="just" defTabSz="914400">
              <a:lnSpc>
                <a:spcPts val="4479"/>
              </a:lnSpc>
            </a:pPr>
            <a:r>
              <a:rPr b="0" lang="en-US" sz="2800" strike="noStrike" u="none">
                <a:solidFill>
                  <a:srgbClr val="2d2d2d"/>
                </a:solidFill>
                <a:effectLst/>
                <a:uFillTx/>
                <a:latin typeface="Open Sauce"/>
                <a:ea typeface="Open Sauce"/>
              </a:rPr>
              <a:t>Duis aute irure dolor in reprehenderit in voluptate velit esse cillum dolore eu fugiat nulla pariatur.</a:t>
            </a:r>
            <a:endParaRPr b="0" lang="fr-FR" sz="2800" strike="noStrike" u="none">
              <a:solidFill>
                <a:srgbClr val="000000"/>
              </a:solidFill>
              <a:effectLst/>
              <a:uFillTx/>
              <a:latin typeface="Arial"/>
            </a:endParaRPr>
          </a:p>
        </p:txBody>
      </p:sp>
      <p:sp>
        <p:nvSpPr>
          <p:cNvPr id="101" name="TextBox 12"/>
          <p:cNvSpPr/>
          <p:nvPr/>
        </p:nvSpPr>
        <p:spPr>
          <a:xfrm>
            <a:off x="6948360" y="5182560"/>
            <a:ext cx="4346280" cy="2844360"/>
          </a:xfrm>
          <a:prstGeom prst="rect">
            <a:avLst/>
          </a:prstGeom>
          <a:noFill/>
          <a:ln w="0">
            <a:noFill/>
          </a:ln>
        </p:spPr>
        <p:style>
          <a:lnRef idx="0"/>
          <a:fillRef idx="0"/>
          <a:effectRef idx="0"/>
          <a:fontRef idx="minor"/>
        </p:style>
        <p:txBody>
          <a:bodyPr lIns="0" rIns="0" tIns="0" bIns="0" anchor="t">
            <a:spAutoFit/>
          </a:bodyPr>
          <a:p>
            <a:pPr algn="just" defTabSz="914400">
              <a:lnSpc>
                <a:spcPts val="4479"/>
              </a:lnSpc>
            </a:pPr>
            <a:r>
              <a:rPr b="0" lang="en-US" sz="2800" strike="noStrike" u="none">
                <a:solidFill>
                  <a:srgbClr val="2d2d2d"/>
                </a:solidFill>
                <a:effectLst/>
                <a:uFillTx/>
                <a:latin typeface="Open Sauce"/>
                <a:ea typeface="Open Sauce"/>
              </a:rPr>
              <a:t>Ut enim ad minim veniam, quis nostrud exercitation ullamco laboris nisi ut aliquip ex ea commodo consequat.</a:t>
            </a:r>
            <a:endParaRPr b="0" lang="fr-FR" sz="2800" strike="noStrike" u="none">
              <a:solidFill>
                <a:srgbClr val="000000"/>
              </a:solidFill>
              <a:effectLst/>
              <a:uFillTx/>
              <a:latin typeface="Arial"/>
            </a:endParaRPr>
          </a:p>
        </p:txBody>
      </p:sp>
      <p:sp>
        <p:nvSpPr>
          <p:cNvPr id="102" name="TextBox 13"/>
          <p:cNvSpPr/>
          <p:nvPr/>
        </p:nvSpPr>
        <p:spPr>
          <a:xfrm>
            <a:off x="1028880" y="4180680"/>
            <a:ext cx="3813480" cy="823320"/>
          </a:xfrm>
          <a:prstGeom prst="rect">
            <a:avLst/>
          </a:prstGeom>
          <a:noFill/>
          <a:ln w="0">
            <a:noFill/>
          </a:ln>
        </p:spPr>
        <p:style>
          <a:lnRef idx="0"/>
          <a:fillRef idx="0"/>
          <a:effectRef idx="0"/>
          <a:fontRef idx="minor"/>
        </p:style>
        <p:txBody>
          <a:bodyPr lIns="0" rIns="0" tIns="0" bIns="0" anchor="t">
            <a:spAutoFit/>
          </a:bodyPr>
          <a:p>
            <a:pPr defTabSz="914400">
              <a:lnSpc>
                <a:spcPts val="6480"/>
              </a:lnSpc>
            </a:pPr>
            <a:r>
              <a:rPr b="0" lang="en-US" sz="3600" strike="noStrike" u="none">
                <a:solidFill>
                  <a:srgbClr val="2d2d2d"/>
                </a:solidFill>
                <a:effectLst/>
                <a:uFillTx/>
                <a:latin typeface="Open Sauce"/>
                <a:ea typeface="Open Sauce"/>
              </a:rPr>
              <a:t>Name</a:t>
            </a:r>
            <a:endParaRPr b="0" lang="fr-FR" sz="3600" strike="noStrike" u="none">
              <a:solidFill>
                <a:srgbClr val="000000"/>
              </a:solidFill>
              <a:effectLst/>
              <a:uFillTx/>
              <a:latin typeface="Arial"/>
            </a:endParaRPr>
          </a:p>
        </p:txBody>
      </p:sp>
      <p:sp>
        <p:nvSpPr>
          <p:cNvPr id="103" name="TextBox 14"/>
          <p:cNvSpPr/>
          <p:nvPr/>
        </p:nvSpPr>
        <p:spPr>
          <a:xfrm>
            <a:off x="6948360" y="4180680"/>
            <a:ext cx="3813480" cy="823320"/>
          </a:xfrm>
          <a:prstGeom prst="rect">
            <a:avLst/>
          </a:prstGeom>
          <a:noFill/>
          <a:ln w="0">
            <a:noFill/>
          </a:ln>
        </p:spPr>
        <p:style>
          <a:lnRef idx="0"/>
          <a:fillRef idx="0"/>
          <a:effectRef idx="0"/>
          <a:fontRef idx="minor"/>
        </p:style>
        <p:txBody>
          <a:bodyPr lIns="0" rIns="0" tIns="0" bIns="0" anchor="t">
            <a:spAutoFit/>
          </a:bodyPr>
          <a:p>
            <a:pPr defTabSz="914400">
              <a:lnSpc>
                <a:spcPts val="6480"/>
              </a:lnSpc>
            </a:pPr>
            <a:r>
              <a:rPr b="0" lang="en-US" sz="3600" strike="noStrike" u="none">
                <a:solidFill>
                  <a:srgbClr val="2d2d2d"/>
                </a:solidFill>
                <a:effectLst/>
                <a:uFillTx/>
                <a:latin typeface="Open Sauce"/>
                <a:ea typeface="Open Sauce"/>
              </a:rPr>
              <a:t>Name</a:t>
            </a:r>
            <a:endParaRPr b="0" lang="fr-FR" sz="3600" strike="noStrike" u="none">
              <a:solidFill>
                <a:srgbClr val="000000"/>
              </a:solidFill>
              <a:effectLst/>
              <a:uFillTx/>
              <a:latin typeface="Arial"/>
            </a:endParaRPr>
          </a:p>
        </p:txBody>
      </p:sp>
      <p:sp>
        <p:nvSpPr>
          <p:cNvPr id="104" name="TextBox 15"/>
          <p:cNvSpPr/>
          <p:nvPr/>
        </p:nvSpPr>
        <p:spPr>
          <a:xfrm>
            <a:off x="12912480" y="4180680"/>
            <a:ext cx="3813480" cy="823320"/>
          </a:xfrm>
          <a:prstGeom prst="rect">
            <a:avLst/>
          </a:prstGeom>
          <a:noFill/>
          <a:ln w="0">
            <a:noFill/>
          </a:ln>
        </p:spPr>
        <p:style>
          <a:lnRef idx="0"/>
          <a:fillRef idx="0"/>
          <a:effectRef idx="0"/>
          <a:fontRef idx="minor"/>
        </p:style>
        <p:txBody>
          <a:bodyPr lIns="0" rIns="0" tIns="0" bIns="0" anchor="t">
            <a:spAutoFit/>
          </a:bodyPr>
          <a:p>
            <a:pPr defTabSz="914400">
              <a:lnSpc>
                <a:spcPts val="6480"/>
              </a:lnSpc>
            </a:pPr>
            <a:r>
              <a:rPr b="0" lang="en-US" sz="3600" strike="noStrike" u="none">
                <a:solidFill>
                  <a:srgbClr val="2d2d2d"/>
                </a:solidFill>
                <a:effectLst/>
                <a:uFillTx/>
                <a:latin typeface="Open Sauce"/>
                <a:ea typeface="Open Sauce"/>
              </a:rPr>
              <a:t>Name</a:t>
            </a:r>
            <a:endParaRPr b="0" lang="fr-FR" sz="36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9f5f0"/>
        </a:solidFill>
      </p:bgPr>
    </p:bg>
    <p:spTree>
      <p:nvGrpSpPr>
        <p:cNvPr id="1" name=""/>
        <p:cNvGrpSpPr/>
        <p:nvPr/>
      </p:nvGrpSpPr>
      <p:grpSpPr>
        <a:xfrm>
          <a:off x="0" y="0"/>
          <a:ext cx="0" cy="0"/>
          <a:chOff x="0" y="0"/>
          <a:chExt cx="0" cy="0"/>
        </a:xfrm>
      </p:grpSpPr>
      <p:sp>
        <p:nvSpPr>
          <p:cNvPr id="105" name="Freeform 2"/>
          <p:cNvSpPr/>
          <p:nvPr/>
        </p:nvSpPr>
        <p:spPr>
          <a:xfrm>
            <a:off x="16484760" y="520200"/>
            <a:ext cx="1017000" cy="1017000"/>
          </a:xfrm>
          <a:custGeom>
            <a:avLst/>
            <a:gdLst>
              <a:gd name="textAreaLeft" fmla="*/ 0 w 1017000"/>
              <a:gd name="textAreaRight" fmla="*/ 1017360 w 1017000"/>
              <a:gd name="textAreaTop" fmla="*/ 0 h 1017000"/>
              <a:gd name="textAreaBottom" fmla="*/ 1017360 h 1017000"/>
            </a:gdLst>
            <a:ahLst/>
            <a:cxnLst/>
            <a:rect l="textAreaLeft" t="textAreaTop" r="textAreaRight" b="textAreaBottom"/>
            <a:pathLst>
              <a:path w="1017308" h="1017308">
                <a:moveTo>
                  <a:pt x="0" y="0"/>
                </a:moveTo>
                <a:lnTo>
                  <a:pt x="1017308" y="0"/>
                </a:lnTo>
                <a:lnTo>
                  <a:pt x="1017308" y="1017308"/>
                </a:lnTo>
                <a:lnTo>
                  <a:pt x="0" y="1017308"/>
                </a:lnTo>
                <a:lnTo>
                  <a:pt x="0" y="0"/>
                </a:lnTo>
                <a:close/>
              </a:path>
            </a:pathLst>
          </a:custGeom>
          <a:blipFill rotWithShape="0">
            <a:blip r:embed="rId1">
              <a:extLst>
                <a:ext uri="{96DAC541-7B7A-43D3-8B79-37D633B846F1}">
                  <asvg:svgBlip xmlns:asvg="http://schemas.microsoft.com/office/drawing/2016/SVG/main" r:embed="rId2"/>
                </a:ext>
              </a:extLst>
            </a:blip>
            <a:srcRect/>
            <a:stretch/>
          </a:blipFill>
          <a:ln w="0">
            <a:noFill/>
          </a:ln>
        </p:spPr>
        <p:style>
          <a:lnRef idx="0"/>
          <a:fillRef idx="0"/>
          <a:effectRef idx="0"/>
          <a:fontRef idx="minor"/>
        </p:style>
        <p:txBody>
          <a:bodyPr lIns="90000" rIns="90000" tIns="45000" bIns="45000" anchor="t">
            <a:noAutofit/>
          </a:bodyPr>
          <a:p>
            <a:endParaRPr b="0" lang="fr-FR" sz="1800" strike="noStrike" u="none">
              <a:solidFill>
                <a:srgbClr val="000000"/>
              </a:solidFill>
              <a:effectLst/>
              <a:uFillTx/>
              <a:latin typeface="Arial"/>
            </a:endParaRPr>
          </a:p>
        </p:txBody>
      </p:sp>
      <p:sp>
        <p:nvSpPr>
          <p:cNvPr id="106" name="Freeform 3"/>
          <p:cNvSpPr/>
          <p:nvPr/>
        </p:nvSpPr>
        <p:spPr>
          <a:xfrm>
            <a:off x="11400840" y="2297520"/>
            <a:ext cx="5592240" cy="7989120"/>
          </a:xfrm>
          <a:custGeom>
            <a:avLst/>
            <a:gdLst>
              <a:gd name="textAreaLeft" fmla="*/ 0 w 5592240"/>
              <a:gd name="textAreaRight" fmla="*/ 5592600 w 5592240"/>
              <a:gd name="textAreaTop" fmla="*/ 0 h 7989120"/>
              <a:gd name="textAreaBottom" fmla="*/ 7989480 h 7989120"/>
            </a:gdLst>
            <a:ahLst/>
            <a:cxnLst/>
            <a:rect l="textAreaLeft" t="textAreaTop" r="textAreaRight" b="textAreaBottom"/>
            <a:pathLst>
              <a:path w="5592534" h="7989335">
                <a:moveTo>
                  <a:pt x="0" y="0"/>
                </a:moveTo>
                <a:lnTo>
                  <a:pt x="5592534" y="0"/>
                </a:lnTo>
                <a:lnTo>
                  <a:pt x="5592534" y="7989335"/>
                </a:lnTo>
                <a:lnTo>
                  <a:pt x="0" y="7989335"/>
                </a:lnTo>
                <a:lnTo>
                  <a:pt x="0" y="0"/>
                </a:lnTo>
                <a:close/>
              </a:path>
            </a:pathLst>
          </a:custGeom>
          <a:blipFill rotWithShape="0">
            <a:blip r:embed="rId3">
              <a:extLst>
                <a:ext uri="{96DAC541-7B7A-43D3-8B79-37D633B846F1}">
                  <asvg:svgBlip xmlns:asvg="http://schemas.microsoft.com/office/drawing/2016/SVG/main" r:embed="rId4"/>
                </a:ext>
              </a:extLst>
            </a:blip>
            <a:srcRect/>
            <a:stretch/>
          </a:blipFill>
          <a:ln w="0">
            <a:noFill/>
          </a:ln>
        </p:spPr>
        <p:style>
          <a:lnRef idx="0"/>
          <a:fillRef idx="0"/>
          <a:effectRef idx="0"/>
          <a:fontRef idx="minor"/>
        </p:style>
        <p:txBody>
          <a:bodyPr lIns="90000" rIns="90000" tIns="45000" bIns="45000" anchor="t">
            <a:noAutofit/>
          </a:bodyPr>
          <a:p>
            <a:endParaRPr b="0" lang="fr-FR" sz="1800" strike="noStrike" u="none">
              <a:solidFill>
                <a:srgbClr val="000000"/>
              </a:solidFill>
              <a:effectLst/>
              <a:uFillTx/>
              <a:latin typeface="Arial"/>
            </a:endParaRPr>
          </a:p>
        </p:txBody>
      </p:sp>
      <p:grpSp>
        <p:nvGrpSpPr>
          <p:cNvPr id="107" name="Group 4"/>
          <p:cNvGrpSpPr/>
          <p:nvPr/>
        </p:nvGrpSpPr>
        <p:grpSpPr>
          <a:xfrm>
            <a:off x="0" y="8988120"/>
            <a:ext cx="18287640" cy="1298520"/>
            <a:chOff x="0" y="8988120"/>
            <a:chExt cx="18287640" cy="1298520"/>
          </a:xfrm>
        </p:grpSpPr>
        <p:sp>
          <p:nvSpPr>
            <p:cNvPr id="108" name="Freeform 5"/>
            <p:cNvSpPr/>
            <p:nvPr/>
          </p:nvSpPr>
          <p:spPr>
            <a:xfrm>
              <a:off x="0" y="8988120"/>
              <a:ext cx="18287640" cy="1298520"/>
            </a:xfrm>
            <a:custGeom>
              <a:avLst/>
              <a:gdLst>
                <a:gd name="textAreaLeft" fmla="*/ 0 w 18287640"/>
                <a:gd name="textAreaRight" fmla="*/ 18288000 w 18287640"/>
                <a:gd name="textAreaTop" fmla="*/ 0 h 1298520"/>
                <a:gd name="textAreaBottom" fmla="*/ 1298880 h 1298520"/>
              </a:gdLst>
              <a:ahLst/>
              <a:cxnLst/>
              <a:rect l="textAreaLeft" t="textAreaTop" r="textAreaRight" b="textAreaBottom"/>
              <a:pathLst>
                <a:path w="6671512" h="473852">
                  <a:moveTo>
                    <a:pt x="0" y="0"/>
                  </a:moveTo>
                  <a:lnTo>
                    <a:pt x="6671512" y="0"/>
                  </a:lnTo>
                  <a:lnTo>
                    <a:pt x="6671512" y="473852"/>
                  </a:lnTo>
                  <a:lnTo>
                    <a:pt x="0" y="473852"/>
                  </a:lnTo>
                  <a:close/>
                </a:path>
              </a:pathLst>
            </a:custGeom>
            <a:solidFill>
              <a:srgbClr val="196bde"/>
            </a:solidFill>
            <a:ln w="0">
              <a:noFill/>
            </a:ln>
          </p:spPr>
          <p:style>
            <a:lnRef idx="0"/>
            <a:fillRef idx="0"/>
            <a:effectRef idx="0"/>
            <a:fontRef idx="minor"/>
          </p:style>
          <p:txBody>
            <a:bodyPr lIns="90000" rIns="90000" tIns="45000" bIns="45000" anchor="t">
              <a:noAutofit/>
            </a:bodyPr>
            <a:p>
              <a:endParaRPr b="0" lang="fr-FR" sz="1800" strike="noStrike" u="none">
                <a:solidFill>
                  <a:srgbClr val="ffffff"/>
                </a:solidFill>
                <a:effectLst/>
                <a:uFillTx/>
                <a:latin typeface="Arial"/>
              </a:endParaRPr>
            </a:p>
          </p:txBody>
        </p:sp>
      </p:grpSp>
      <p:sp>
        <p:nvSpPr>
          <p:cNvPr id="109" name="TextBox 6"/>
          <p:cNvSpPr/>
          <p:nvPr/>
        </p:nvSpPr>
        <p:spPr>
          <a:xfrm>
            <a:off x="1028880" y="579960"/>
            <a:ext cx="8092800" cy="853560"/>
          </a:xfrm>
          <a:prstGeom prst="rect">
            <a:avLst/>
          </a:prstGeom>
          <a:noFill/>
          <a:ln w="0">
            <a:noFill/>
          </a:ln>
        </p:spPr>
        <p:style>
          <a:lnRef idx="0"/>
          <a:fillRef idx="0"/>
          <a:effectRef idx="0"/>
          <a:fontRef idx="minor"/>
        </p:style>
        <p:txBody>
          <a:bodyPr lIns="0" rIns="0" tIns="0" bIns="0" anchor="t">
            <a:spAutoFit/>
          </a:bodyPr>
          <a:p>
            <a:pPr defTabSz="914400">
              <a:lnSpc>
                <a:spcPts val="6718"/>
              </a:lnSpc>
            </a:pPr>
            <a:r>
              <a:rPr b="0" lang="en-US" sz="4800" strike="noStrike" u="none">
                <a:solidFill>
                  <a:srgbClr val="196bde"/>
                </a:solidFill>
                <a:effectLst/>
                <a:uFillTx/>
                <a:latin typeface="Open Sauce"/>
                <a:ea typeface="Open Sauce"/>
              </a:rPr>
              <a:t>Purposes</a:t>
            </a:r>
            <a:endParaRPr b="0" lang="fr-FR" sz="4800" strike="noStrike" u="none">
              <a:solidFill>
                <a:srgbClr val="000000"/>
              </a:solidFill>
              <a:effectLst/>
              <a:uFillTx/>
              <a:latin typeface="Arial"/>
            </a:endParaRPr>
          </a:p>
        </p:txBody>
      </p:sp>
      <p:sp>
        <p:nvSpPr>
          <p:cNvPr id="110" name="TextBox 7"/>
          <p:cNvSpPr/>
          <p:nvPr/>
        </p:nvSpPr>
        <p:spPr>
          <a:xfrm>
            <a:off x="12902400" y="9358920"/>
            <a:ext cx="4356360" cy="498240"/>
          </a:xfrm>
          <a:prstGeom prst="rect">
            <a:avLst/>
          </a:prstGeom>
          <a:noFill/>
          <a:ln w="0">
            <a:noFill/>
          </a:ln>
        </p:spPr>
        <p:style>
          <a:lnRef idx="0"/>
          <a:fillRef idx="0"/>
          <a:effectRef idx="0"/>
          <a:fontRef idx="minor"/>
        </p:style>
        <p:txBody>
          <a:bodyPr lIns="0" rIns="0" tIns="0" bIns="0" anchor="t">
            <a:spAutoFit/>
          </a:bodyPr>
          <a:p>
            <a:pPr algn="r" defTabSz="914400">
              <a:lnSpc>
                <a:spcPts val="3920"/>
              </a:lnSpc>
            </a:pPr>
            <a:r>
              <a:rPr b="0" lang="en-US" sz="2800" strike="noStrike" u="none">
                <a:solidFill>
                  <a:srgbClr val="f9f5f0"/>
                </a:solidFill>
                <a:effectLst/>
                <a:uFillTx/>
                <a:latin typeface="Open Sauce"/>
                <a:ea typeface="Open Sauce"/>
              </a:rPr>
              <a:t>5</a:t>
            </a:r>
            <a:endParaRPr b="0" lang="fr-FR" sz="2800" strike="noStrike" u="none">
              <a:solidFill>
                <a:srgbClr val="000000"/>
              </a:solidFill>
              <a:effectLst/>
              <a:uFillTx/>
              <a:latin typeface="Arial"/>
            </a:endParaRPr>
          </a:p>
        </p:txBody>
      </p:sp>
      <p:sp>
        <p:nvSpPr>
          <p:cNvPr id="111" name="TextBox 8"/>
          <p:cNvSpPr/>
          <p:nvPr/>
        </p:nvSpPr>
        <p:spPr>
          <a:xfrm>
            <a:off x="1028880" y="2753640"/>
            <a:ext cx="9382320" cy="5119560"/>
          </a:xfrm>
          <a:prstGeom prst="rect">
            <a:avLst/>
          </a:prstGeom>
          <a:noFill/>
          <a:ln w="0">
            <a:noFill/>
          </a:ln>
        </p:spPr>
        <p:style>
          <a:lnRef idx="0"/>
          <a:fillRef idx="0"/>
          <a:effectRef idx="0"/>
          <a:fontRef idx="minor"/>
        </p:style>
        <p:txBody>
          <a:bodyPr lIns="0" rIns="0" tIns="0" bIns="0" anchor="t">
            <a:spAutoFit/>
          </a:bodyPr>
          <a:p>
            <a:pPr algn="just" defTabSz="914400">
              <a:lnSpc>
                <a:spcPts val="4479"/>
              </a:lnSpc>
            </a:pPr>
            <a:r>
              <a:rPr b="0" lang="en-US" sz="2800" strike="noStrike" u="none">
                <a:solidFill>
                  <a:srgbClr val="2d2d2d"/>
                </a:solidFill>
                <a:effectLst/>
                <a:uFillTx/>
                <a:latin typeface="Open Sauce"/>
                <a:ea typeface="Open Sauce"/>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b="0" lang="fr-FR" sz="2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9f5f0"/>
        </a:solidFill>
      </p:bgPr>
    </p:bg>
    <p:spTree>
      <p:nvGrpSpPr>
        <p:cNvPr id="1" name=""/>
        <p:cNvGrpSpPr/>
        <p:nvPr/>
      </p:nvGrpSpPr>
      <p:grpSpPr>
        <a:xfrm>
          <a:off x="0" y="0"/>
          <a:ext cx="0" cy="0"/>
          <a:chOff x="0" y="0"/>
          <a:chExt cx="0" cy="0"/>
        </a:xfrm>
      </p:grpSpPr>
      <p:grpSp>
        <p:nvGrpSpPr>
          <p:cNvPr id="112" name="Group 2"/>
          <p:cNvGrpSpPr/>
          <p:nvPr/>
        </p:nvGrpSpPr>
        <p:grpSpPr>
          <a:xfrm>
            <a:off x="0" y="8988120"/>
            <a:ext cx="18287640" cy="1298520"/>
            <a:chOff x="0" y="8988120"/>
            <a:chExt cx="18287640" cy="1298520"/>
          </a:xfrm>
        </p:grpSpPr>
        <p:sp>
          <p:nvSpPr>
            <p:cNvPr id="113" name="Freeform 3"/>
            <p:cNvSpPr/>
            <p:nvPr/>
          </p:nvSpPr>
          <p:spPr>
            <a:xfrm>
              <a:off x="0" y="8988120"/>
              <a:ext cx="18287640" cy="1298520"/>
            </a:xfrm>
            <a:custGeom>
              <a:avLst/>
              <a:gdLst>
                <a:gd name="textAreaLeft" fmla="*/ 0 w 18287640"/>
                <a:gd name="textAreaRight" fmla="*/ 18288000 w 18287640"/>
                <a:gd name="textAreaTop" fmla="*/ 0 h 1298520"/>
                <a:gd name="textAreaBottom" fmla="*/ 1298880 h 1298520"/>
              </a:gdLst>
              <a:ahLst/>
              <a:cxnLst/>
              <a:rect l="textAreaLeft" t="textAreaTop" r="textAreaRight" b="textAreaBottom"/>
              <a:pathLst>
                <a:path w="6671512" h="473852">
                  <a:moveTo>
                    <a:pt x="0" y="0"/>
                  </a:moveTo>
                  <a:lnTo>
                    <a:pt x="6671512" y="0"/>
                  </a:lnTo>
                  <a:lnTo>
                    <a:pt x="6671512" y="473852"/>
                  </a:lnTo>
                  <a:lnTo>
                    <a:pt x="0" y="473852"/>
                  </a:lnTo>
                  <a:close/>
                </a:path>
              </a:pathLst>
            </a:custGeom>
            <a:solidFill>
              <a:srgbClr val="196bde"/>
            </a:solidFill>
            <a:ln w="0">
              <a:noFill/>
            </a:ln>
          </p:spPr>
          <p:style>
            <a:lnRef idx="0"/>
            <a:fillRef idx="0"/>
            <a:effectRef idx="0"/>
            <a:fontRef idx="minor"/>
          </p:style>
          <p:txBody>
            <a:bodyPr lIns="90000" rIns="90000" tIns="45000" bIns="45000" anchor="t">
              <a:noAutofit/>
            </a:bodyPr>
            <a:p>
              <a:endParaRPr b="0" lang="fr-FR" sz="1800" strike="noStrike" u="none">
                <a:solidFill>
                  <a:srgbClr val="ffffff"/>
                </a:solidFill>
                <a:effectLst/>
                <a:uFillTx/>
                <a:latin typeface="Arial"/>
              </a:endParaRPr>
            </a:p>
          </p:txBody>
        </p:sp>
      </p:grpSp>
      <p:sp>
        <p:nvSpPr>
          <p:cNvPr id="114" name="Freeform 4"/>
          <p:cNvSpPr/>
          <p:nvPr/>
        </p:nvSpPr>
        <p:spPr>
          <a:xfrm>
            <a:off x="16484760" y="520200"/>
            <a:ext cx="1017000" cy="1017000"/>
          </a:xfrm>
          <a:custGeom>
            <a:avLst/>
            <a:gdLst>
              <a:gd name="textAreaLeft" fmla="*/ 0 w 1017000"/>
              <a:gd name="textAreaRight" fmla="*/ 1017360 w 1017000"/>
              <a:gd name="textAreaTop" fmla="*/ 0 h 1017000"/>
              <a:gd name="textAreaBottom" fmla="*/ 1017360 h 1017000"/>
            </a:gdLst>
            <a:ahLst/>
            <a:cxnLst/>
            <a:rect l="textAreaLeft" t="textAreaTop" r="textAreaRight" b="textAreaBottom"/>
            <a:pathLst>
              <a:path w="1017308" h="1017308">
                <a:moveTo>
                  <a:pt x="0" y="0"/>
                </a:moveTo>
                <a:lnTo>
                  <a:pt x="1017308" y="0"/>
                </a:lnTo>
                <a:lnTo>
                  <a:pt x="1017308" y="1017308"/>
                </a:lnTo>
                <a:lnTo>
                  <a:pt x="0" y="1017308"/>
                </a:lnTo>
                <a:lnTo>
                  <a:pt x="0" y="0"/>
                </a:lnTo>
                <a:close/>
              </a:path>
            </a:pathLst>
          </a:custGeom>
          <a:blipFill rotWithShape="0">
            <a:blip r:embed="rId1">
              <a:extLst>
                <a:ext uri="{96DAC541-7B7A-43D3-8B79-37D633B846F1}">
                  <asvg:svgBlip xmlns:asvg="http://schemas.microsoft.com/office/drawing/2016/SVG/main" r:embed="rId2"/>
                </a:ext>
              </a:extLst>
            </a:blip>
            <a:srcRect/>
            <a:stretch/>
          </a:blipFill>
          <a:ln w="0">
            <a:noFill/>
          </a:ln>
        </p:spPr>
        <p:style>
          <a:lnRef idx="0"/>
          <a:fillRef idx="0"/>
          <a:effectRef idx="0"/>
          <a:fontRef idx="minor"/>
        </p:style>
        <p:txBody>
          <a:bodyPr lIns="90000" rIns="90000" tIns="45000" bIns="45000" anchor="t">
            <a:noAutofit/>
          </a:bodyPr>
          <a:p>
            <a:endParaRPr b="0" lang="fr-FR" sz="1800" strike="noStrike" u="none">
              <a:solidFill>
                <a:srgbClr val="000000"/>
              </a:solidFill>
              <a:effectLst/>
              <a:uFillTx/>
              <a:latin typeface="Arial"/>
            </a:endParaRPr>
          </a:p>
        </p:txBody>
      </p:sp>
      <p:sp>
        <p:nvSpPr>
          <p:cNvPr id="115" name="Freeform 5"/>
          <p:cNvSpPr/>
          <p:nvPr/>
        </p:nvSpPr>
        <p:spPr>
          <a:xfrm>
            <a:off x="1028880" y="2684520"/>
            <a:ext cx="7314840" cy="1842840"/>
          </a:xfrm>
          <a:custGeom>
            <a:avLst/>
            <a:gdLst>
              <a:gd name="textAreaLeft" fmla="*/ 0 w 7314840"/>
              <a:gd name="textAreaRight" fmla="*/ 7315200 w 7314840"/>
              <a:gd name="textAreaTop" fmla="*/ 0 h 1842840"/>
              <a:gd name="textAreaBottom" fmla="*/ 1843200 h 1842840"/>
            </a:gdLst>
            <a:ahLst/>
            <a:cxnLst/>
            <a:rect l="textAreaLeft" t="textAreaTop" r="textAreaRight" b="textAreaBottom"/>
            <a:pathLst>
              <a:path w="7315200" h="1843372">
                <a:moveTo>
                  <a:pt x="0" y="0"/>
                </a:moveTo>
                <a:lnTo>
                  <a:pt x="7315200" y="0"/>
                </a:lnTo>
                <a:lnTo>
                  <a:pt x="7315200" y="1843373"/>
                </a:lnTo>
                <a:lnTo>
                  <a:pt x="0" y="1843373"/>
                </a:lnTo>
                <a:lnTo>
                  <a:pt x="0" y="0"/>
                </a:lnTo>
                <a:close/>
              </a:path>
            </a:pathLst>
          </a:custGeom>
          <a:blipFill rotWithShape="0">
            <a:blip r:embed="rId3">
              <a:extLst>
                <a:ext uri="{96DAC541-7B7A-43D3-8B79-37D633B846F1}">
                  <asvg:svgBlip xmlns:asvg="http://schemas.microsoft.com/office/drawing/2016/SVG/main" r:embed="rId4"/>
                </a:ext>
              </a:extLst>
            </a:blip>
            <a:srcRect/>
            <a:stretch/>
          </a:blipFill>
          <a:ln w="0">
            <a:noFill/>
          </a:ln>
        </p:spPr>
        <p:style>
          <a:lnRef idx="0"/>
          <a:fillRef idx="0"/>
          <a:effectRef idx="0"/>
          <a:fontRef idx="minor"/>
        </p:style>
        <p:txBody>
          <a:bodyPr lIns="90000" rIns="90000" tIns="45000" bIns="45000" anchor="t">
            <a:noAutofit/>
          </a:bodyPr>
          <a:p>
            <a:endParaRPr b="0" lang="fr-FR" sz="1800" strike="noStrike" u="none">
              <a:solidFill>
                <a:srgbClr val="000000"/>
              </a:solidFill>
              <a:effectLst/>
              <a:uFillTx/>
              <a:latin typeface="Arial"/>
            </a:endParaRPr>
          </a:p>
        </p:txBody>
      </p:sp>
      <p:sp>
        <p:nvSpPr>
          <p:cNvPr id="116" name="Freeform 6"/>
          <p:cNvSpPr/>
          <p:nvPr/>
        </p:nvSpPr>
        <p:spPr>
          <a:xfrm>
            <a:off x="1028880" y="4995000"/>
            <a:ext cx="7314840" cy="1835640"/>
          </a:xfrm>
          <a:custGeom>
            <a:avLst/>
            <a:gdLst>
              <a:gd name="textAreaLeft" fmla="*/ 0 w 7314840"/>
              <a:gd name="textAreaRight" fmla="*/ 7315200 w 7314840"/>
              <a:gd name="textAreaTop" fmla="*/ 0 h 1835640"/>
              <a:gd name="textAreaBottom" fmla="*/ 1836000 h 1835640"/>
            </a:gdLst>
            <a:ahLst/>
            <a:cxnLst/>
            <a:rect l="textAreaLeft" t="textAreaTop" r="textAreaRight" b="textAreaBottom"/>
            <a:pathLst>
              <a:path w="7315200" h="1836115">
                <a:moveTo>
                  <a:pt x="0" y="0"/>
                </a:moveTo>
                <a:lnTo>
                  <a:pt x="7315200" y="0"/>
                </a:lnTo>
                <a:lnTo>
                  <a:pt x="7315200" y="1836115"/>
                </a:lnTo>
                <a:lnTo>
                  <a:pt x="0" y="1836115"/>
                </a:lnTo>
                <a:lnTo>
                  <a:pt x="0" y="0"/>
                </a:lnTo>
                <a:close/>
              </a:path>
            </a:pathLst>
          </a:custGeom>
          <a:blipFill rotWithShape="0">
            <a:blip r:embed="rId5">
              <a:extLst>
                <a:ext uri="{96DAC541-7B7A-43D3-8B79-37D633B846F1}">
                  <asvg:svgBlip xmlns:asvg="http://schemas.microsoft.com/office/drawing/2016/SVG/main" r:embed="rId6"/>
                </a:ext>
              </a:extLst>
            </a:blip>
            <a:srcRect/>
            <a:stretch/>
          </a:blipFill>
          <a:ln w="0">
            <a:noFill/>
          </a:ln>
        </p:spPr>
        <p:style>
          <a:lnRef idx="0"/>
          <a:fillRef idx="0"/>
          <a:effectRef idx="0"/>
          <a:fontRef idx="minor"/>
        </p:style>
        <p:txBody>
          <a:bodyPr lIns="90000" rIns="90000" tIns="45000" bIns="45000" anchor="t">
            <a:noAutofit/>
          </a:bodyPr>
          <a:p>
            <a:endParaRPr b="0" lang="fr-FR" sz="1800" strike="noStrike" u="none">
              <a:solidFill>
                <a:srgbClr val="000000"/>
              </a:solidFill>
              <a:effectLst/>
              <a:uFillTx/>
              <a:latin typeface="Arial"/>
            </a:endParaRPr>
          </a:p>
        </p:txBody>
      </p:sp>
      <p:sp>
        <p:nvSpPr>
          <p:cNvPr id="117" name="TextBox 7"/>
          <p:cNvSpPr/>
          <p:nvPr/>
        </p:nvSpPr>
        <p:spPr>
          <a:xfrm>
            <a:off x="1028880" y="579960"/>
            <a:ext cx="8092800" cy="853560"/>
          </a:xfrm>
          <a:prstGeom prst="rect">
            <a:avLst/>
          </a:prstGeom>
          <a:noFill/>
          <a:ln w="0">
            <a:noFill/>
          </a:ln>
        </p:spPr>
        <p:style>
          <a:lnRef idx="0"/>
          <a:fillRef idx="0"/>
          <a:effectRef idx="0"/>
          <a:fontRef idx="minor"/>
        </p:style>
        <p:txBody>
          <a:bodyPr lIns="0" rIns="0" tIns="0" bIns="0" anchor="t">
            <a:spAutoFit/>
          </a:bodyPr>
          <a:p>
            <a:pPr defTabSz="914400">
              <a:lnSpc>
                <a:spcPts val="6718"/>
              </a:lnSpc>
            </a:pPr>
            <a:r>
              <a:rPr b="0" lang="en-US" sz="4800" strike="noStrike" u="none">
                <a:solidFill>
                  <a:srgbClr val="196bde"/>
                </a:solidFill>
                <a:effectLst/>
                <a:uFillTx/>
                <a:latin typeface="Open Sauce"/>
                <a:ea typeface="Open Sauce"/>
              </a:rPr>
              <a:t>Technique</a:t>
            </a:r>
            <a:endParaRPr b="0" lang="fr-FR" sz="4800" strike="noStrike" u="none">
              <a:solidFill>
                <a:srgbClr val="000000"/>
              </a:solidFill>
              <a:effectLst/>
              <a:uFillTx/>
              <a:latin typeface="Arial"/>
            </a:endParaRPr>
          </a:p>
        </p:txBody>
      </p:sp>
      <p:sp>
        <p:nvSpPr>
          <p:cNvPr id="118" name="TextBox 8"/>
          <p:cNvSpPr/>
          <p:nvPr/>
        </p:nvSpPr>
        <p:spPr>
          <a:xfrm>
            <a:off x="12902400" y="9358920"/>
            <a:ext cx="4356360" cy="498240"/>
          </a:xfrm>
          <a:prstGeom prst="rect">
            <a:avLst/>
          </a:prstGeom>
          <a:noFill/>
          <a:ln w="0">
            <a:noFill/>
          </a:ln>
        </p:spPr>
        <p:style>
          <a:lnRef idx="0"/>
          <a:fillRef idx="0"/>
          <a:effectRef idx="0"/>
          <a:fontRef idx="minor"/>
        </p:style>
        <p:txBody>
          <a:bodyPr lIns="0" rIns="0" tIns="0" bIns="0" anchor="t">
            <a:spAutoFit/>
          </a:bodyPr>
          <a:p>
            <a:pPr algn="r" defTabSz="914400">
              <a:lnSpc>
                <a:spcPts val="3920"/>
              </a:lnSpc>
            </a:pPr>
            <a:r>
              <a:rPr b="0" lang="en-US" sz="2800" strike="noStrike" u="none">
                <a:solidFill>
                  <a:srgbClr val="f9f5f0"/>
                </a:solidFill>
                <a:effectLst/>
                <a:uFillTx/>
                <a:latin typeface="Open Sauce"/>
                <a:ea typeface="Open Sauce"/>
              </a:rPr>
              <a:t>6</a:t>
            </a:r>
            <a:endParaRPr b="0" lang="fr-FR" sz="2800" strike="noStrike" u="none">
              <a:solidFill>
                <a:srgbClr val="000000"/>
              </a:solidFill>
              <a:effectLst/>
              <a:uFillTx/>
              <a:latin typeface="Arial"/>
            </a:endParaRPr>
          </a:p>
        </p:txBody>
      </p:sp>
      <p:sp>
        <p:nvSpPr>
          <p:cNvPr id="119" name="TextBox 9"/>
          <p:cNvSpPr/>
          <p:nvPr/>
        </p:nvSpPr>
        <p:spPr>
          <a:xfrm>
            <a:off x="9144000" y="2422800"/>
            <a:ext cx="8357400" cy="5688360"/>
          </a:xfrm>
          <a:prstGeom prst="rect">
            <a:avLst/>
          </a:prstGeom>
          <a:noFill/>
          <a:ln w="0">
            <a:noFill/>
          </a:ln>
        </p:spPr>
        <p:style>
          <a:lnRef idx="0"/>
          <a:fillRef idx="0"/>
          <a:effectRef idx="0"/>
          <a:fontRef idx="minor"/>
        </p:style>
        <p:txBody>
          <a:bodyPr lIns="0" rIns="0" tIns="0" bIns="0" anchor="t">
            <a:spAutoFit/>
          </a:bodyPr>
          <a:p>
            <a:pPr algn="just" defTabSz="914400">
              <a:lnSpc>
                <a:spcPts val="4479"/>
              </a:lnSpc>
            </a:pPr>
            <a:r>
              <a:rPr b="0" lang="en-US" sz="2800" strike="noStrike" u="none">
                <a:solidFill>
                  <a:srgbClr val="2d2d2d"/>
                </a:solidFill>
                <a:effectLst/>
                <a:uFillTx/>
                <a:latin typeface="Open Sauce"/>
                <a:ea typeface="Open Sauce"/>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b="0" lang="fr-FR" sz="2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9f5f0"/>
        </a:solidFill>
      </p:bgPr>
    </p:bg>
    <p:spTree>
      <p:nvGrpSpPr>
        <p:cNvPr id="1" name=""/>
        <p:cNvGrpSpPr/>
        <p:nvPr/>
      </p:nvGrpSpPr>
      <p:grpSpPr>
        <a:xfrm>
          <a:off x="0" y="0"/>
          <a:ext cx="0" cy="0"/>
          <a:chOff x="0" y="0"/>
          <a:chExt cx="0" cy="0"/>
        </a:xfrm>
      </p:grpSpPr>
      <p:grpSp>
        <p:nvGrpSpPr>
          <p:cNvPr id="120" name="Group 2"/>
          <p:cNvGrpSpPr/>
          <p:nvPr/>
        </p:nvGrpSpPr>
        <p:grpSpPr>
          <a:xfrm>
            <a:off x="0" y="8988120"/>
            <a:ext cx="18287640" cy="1298520"/>
            <a:chOff x="0" y="8988120"/>
            <a:chExt cx="18287640" cy="1298520"/>
          </a:xfrm>
        </p:grpSpPr>
        <p:sp>
          <p:nvSpPr>
            <p:cNvPr id="121" name="Freeform 3"/>
            <p:cNvSpPr/>
            <p:nvPr/>
          </p:nvSpPr>
          <p:spPr>
            <a:xfrm>
              <a:off x="0" y="8988120"/>
              <a:ext cx="18287640" cy="1298520"/>
            </a:xfrm>
            <a:custGeom>
              <a:avLst/>
              <a:gdLst>
                <a:gd name="textAreaLeft" fmla="*/ 0 w 18287640"/>
                <a:gd name="textAreaRight" fmla="*/ 18288000 w 18287640"/>
                <a:gd name="textAreaTop" fmla="*/ 0 h 1298520"/>
                <a:gd name="textAreaBottom" fmla="*/ 1298880 h 1298520"/>
              </a:gdLst>
              <a:ahLst/>
              <a:cxnLst/>
              <a:rect l="textAreaLeft" t="textAreaTop" r="textAreaRight" b="textAreaBottom"/>
              <a:pathLst>
                <a:path w="6671512" h="473852">
                  <a:moveTo>
                    <a:pt x="0" y="0"/>
                  </a:moveTo>
                  <a:lnTo>
                    <a:pt x="6671512" y="0"/>
                  </a:lnTo>
                  <a:lnTo>
                    <a:pt x="6671512" y="473852"/>
                  </a:lnTo>
                  <a:lnTo>
                    <a:pt x="0" y="473852"/>
                  </a:lnTo>
                  <a:close/>
                </a:path>
              </a:pathLst>
            </a:custGeom>
            <a:solidFill>
              <a:srgbClr val="196bde"/>
            </a:solidFill>
            <a:ln w="0">
              <a:noFill/>
            </a:ln>
          </p:spPr>
          <p:style>
            <a:lnRef idx="0"/>
            <a:fillRef idx="0"/>
            <a:effectRef idx="0"/>
            <a:fontRef idx="minor"/>
          </p:style>
          <p:txBody>
            <a:bodyPr lIns="90000" rIns="90000" tIns="45000" bIns="45000" anchor="t">
              <a:noAutofit/>
            </a:bodyPr>
            <a:p>
              <a:endParaRPr b="0" lang="fr-FR" sz="1800" strike="noStrike" u="none">
                <a:solidFill>
                  <a:srgbClr val="ffffff"/>
                </a:solidFill>
                <a:effectLst/>
                <a:uFillTx/>
                <a:latin typeface="Arial"/>
              </a:endParaRPr>
            </a:p>
          </p:txBody>
        </p:sp>
      </p:grpSp>
      <p:sp>
        <p:nvSpPr>
          <p:cNvPr id="122" name="Freeform 4"/>
          <p:cNvSpPr/>
          <p:nvPr/>
        </p:nvSpPr>
        <p:spPr>
          <a:xfrm>
            <a:off x="16484760" y="520200"/>
            <a:ext cx="1017000" cy="1017000"/>
          </a:xfrm>
          <a:custGeom>
            <a:avLst/>
            <a:gdLst>
              <a:gd name="textAreaLeft" fmla="*/ 0 w 1017000"/>
              <a:gd name="textAreaRight" fmla="*/ 1017360 w 1017000"/>
              <a:gd name="textAreaTop" fmla="*/ 0 h 1017000"/>
              <a:gd name="textAreaBottom" fmla="*/ 1017360 h 1017000"/>
            </a:gdLst>
            <a:ahLst/>
            <a:cxnLst/>
            <a:rect l="textAreaLeft" t="textAreaTop" r="textAreaRight" b="textAreaBottom"/>
            <a:pathLst>
              <a:path w="1017308" h="1017308">
                <a:moveTo>
                  <a:pt x="0" y="0"/>
                </a:moveTo>
                <a:lnTo>
                  <a:pt x="1017308" y="0"/>
                </a:lnTo>
                <a:lnTo>
                  <a:pt x="1017308" y="1017308"/>
                </a:lnTo>
                <a:lnTo>
                  <a:pt x="0" y="1017308"/>
                </a:lnTo>
                <a:lnTo>
                  <a:pt x="0" y="0"/>
                </a:lnTo>
                <a:close/>
              </a:path>
            </a:pathLst>
          </a:custGeom>
          <a:blipFill rotWithShape="0">
            <a:blip r:embed="rId1">
              <a:extLst>
                <a:ext uri="{96DAC541-7B7A-43D3-8B79-37D633B846F1}">
                  <asvg:svgBlip xmlns:asvg="http://schemas.microsoft.com/office/drawing/2016/SVG/main" r:embed="rId2"/>
                </a:ext>
              </a:extLst>
            </a:blip>
            <a:srcRect/>
            <a:stretch/>
          </a:blipFill>
          <a:ln w="0">
            <a:noFill/>
          </a:ln>
        </p:spPr>
        <p:style>
          <a:lnRef idx="0"/>
          <a:fillRef idx="0"/>
          <a:effectRef idx="0"/>
          <a:fontRef idx="minor"/>
        </p:style>
        <p:txBody>
          <a:bodyPr lIns="90000" rIns="90000" tIns="45000" bIns="45000" anchor="t">
            <a:noAutofit/>
          </a:bodyPr>
          <a:p>
            <a:endParaRPr b="0" lang="fr-FR" sz="1800" strike="noStrike" u="none">
              <a:solidFill>
                <a:srgbClr val="000000"/>
              </a:solidFill>
              <a:effectLst/>
              <a:uFillTx/>
              <a:latin typeface="Arial"/>
            </a:endParaRPr>
          </a:p>
        </p:txBody>
      </p:sp>
      <p:sp>
        <p:nvSpPr>
          <p:cNvPr id="123" name="Freeform 5"/>
          <p:cNvSpPr/>
          <p:nvPr/>
        </p:nvSpPr>
        <p:spPr>
          <a:xfrm>
            <a:off x="7077960" y="2661480"/>
            <a:ext cx="5090400" cy="3609360"/>
          </a:xfrm>
          <a:custGeom>
            <a:avLst/>
            <a:gdLst>
              <a:gd name="textAreaLeft" fmla="*/ 0 w 5090400"/>
              <a:gd name="textAreaRight" fmla="*/ 5090760 w 5090400"/>
              <a:gd name="textAreaTop" fmla="*/ 0 h 3609360"/>
              <a:gd name="textAreaBottom" fmla="*/ 3609720 h 3609360"/>
            </a:gdLst>
            <a:ahLst/>
            <a:cxnLst/>
            <a:rect l="textAreaLeft" t="textAreaTop" r="textAreaRight" b="textAreaBottom"/>
            <a:pathLst>
              <a:path w="5090755" h="3609808">
                <a:moveTo>
                  <a:pt x="0" y="0"/>
                </a:moveTo>
                <a:lnTo>
                  <a:pt x="5090756" y="0"/>
                </a:lnTo>
                <a:lnTo>
                  <a:pt x="5090756" y="3609808"/>
                </a:lnTo>
                <a:lnTo>
                  <a:pt x="0" y="3609808"/>
                </a:lnTo>
                <a:lnTo>
                  <a:pt x="0" y="0"/>
                </a:lnTo>
                <a:close/>
              </a:path>
            </a:pathLst>
          </a:custGeom>
          <a:blipFill rotWithShape="0">
            <a:blip r:embed="rId3">
              <a:extLst>
                <a:ext uri="{96DAC541-7B7A-43D3-8B79-37D633B846F1}">
                  <asvg:svgBlip xmlns:asvg="http://schemas.microsoft.com/office/drawing/2016/SVG/main" r:embed="rId4"/>
                </a:ext>
              </a:extLst>
            </a:blip>
            <a:srcRect/>
            <a:stretch/>
          </a:blipFill>
          <a:ln w="0">
            <a:noFill/>
          </a:ln>
        </p:spPr>
        <p:style>
          <a:lnRef idx="0"/>
          <a:fillRef idx="0"/>
          <a:effectRef idx="0"/>
          <a:fontRef idx="minor"/>
        </p:style>
        <p:txBody>
          <a:bodyPr lIns="90000" rIns="90000" tIns="45000" bIns="45000" anchor="t">
            <a:noAutofit/>
          </a:bodyPr>
          <a:p>
            <a:endParaRPr b="0" lang="fr-FR" sz="1800" strike="noStrike" u="none">
              <a:solidFill>
                <a:srgbClr val="000000"/>
              </a:solidFill>
              <a:effectLst/>
              <a:uFillTx/>
              <a:latin typeface="Arial"/>
            </a:endParaRPr>
          </a:p>
        </p:txBody>
      </p:sp>
      <p:sp>
        <p:nvSpPr>
          <p:cNvPr id="124" name="TextBox 6"/>
          <p:cNvSpPr/>
          <p:nvPr/>
        </p:nvSpPr>
        <p:spPr>
          <a:xfrm>
            <a:off x="1028880" y="579960"/>
            <a:ext cx="8092800" cy="853560"/>
          </a:xfrm>
          <a:prstGeom prst="rect">
            <a:avLst/>
          </a:prstGeom>
          <a:noFill/>
          <a:ln w="0">
            <a:noFill/>
          </a:ln>
        </p:spPr>
        <p:style>
          <a:lnRef idx="0"/>
          <a:fillRef idx="0"/>
          <a:effectRef idx="0"/>
          <a:fontRef idx="minor"/>
        </p:style>
        <p:txBody>
          <a:bodyPr lIns="0" rIns="0" tIns="0" bIns="0" anchor="t">
            <a:spAutoFit/>
          </a:bodyPr>
          <a:p>
            <a:pPr defTabSz="914400">
              <a:lnSpc>
                <a:spcPts val="6718"/>
              </a:lnSpc>
            </a:pPr>
            <a:r>
              <a:rPr b="0" lang="en-US" sz="4800" strike="noStrike" u="none">
                <a:solidFill>
                  <a:srgbClr val="196bde"/>
                </a:solidFill>
                <a:effectLst/>
                <a:uFillTx/>
                <a:latin typeface="Open Sauce"/>
                <a:ea typeface="Open Sauce"/>
              </a:rPr>
              <a:t>Conclusion</a:t>
            </a:r>
            <a:endParaRPr b="0" lang="fr-FR" sz="4800" strike="noStrike" u="none">
              <a:solidFill>
                <a:srgbClr val="000000"/>
              </a:solidFill>
              <a:effectLst/>
              <a:uFillTx/>
              <a:latin typeface="Arial"/>
            </a:endParaRPr>
          </a:p>
        </p:txBody>
      </p:sp>
      <p:sp>
        <p:nvSpPr>
          <p:cNvPr id="125" name="TextBox 7"/>
          <p:cNvSpPr/>
          <p:nvPr/>
        </p:nvSpPr>
        <p:spPr>
          <a:xfrm>
            <a:off x="12902400" y="9358920"/>
            <a:ext cx="4356360" cy="498240"/>
          </a:xfrm>
          <a:prstGeom prst="rect">
            <a:avLst/>
          </a:prstGeom>
          <a:noFill/>
          <a:ln w="0">
            <a:noFill/>
          </a:ln>
        </p:spPr>
        <p:style>
          <a:lnRef idx="0"/>
          <a:fillRef idx="0"/>
          <a:effectRef idx="0"/>
          <a:fontRef idx="minor"/>
        </p:style>
        <p:txBody>
          <a:bodyPr lIns="0" rIns="0" tIns="0" bIns="0" anchor="t">
            <a:spAutoFit/>
          </a:bodyPr>
          <a:p>
            <a:pPr algn="r" defTabSz="914400">
              <a:lnSpc>
                <a:spcPts val="3920"/>
              </a:lnSpc>
            </a:pPr>
            <a:r>
              <a:rPr b="0" lang="en-US" sz="2800" strike="noStrike" u="none">
                <a:solidFill>
                  <a:srgbClr val="f9f5f0"/>
                </a:solidFill>
                <a:effectLst/>
                <a:uFillTx/>
                <a:latin typeface="Open Sauce"/>
                <a:ea typeface="Open Sauce"/>
              </a:rPr>
              <a:t>7</a:t>
            </a:r>
            <a:endParaRPr b="0" lang="fr-FR" sz="2800" strike="noStrike" u="none">
              <a:solidFill>
                <a:srgbClr val="000000"/>
              </a:solidFill>
              <a:effectLst/>
              <a:uFillTx/>
              <a:latin typeface="Arial"/>
            </a:endParaRPr>
          </a:p>
        </p:txBody>
      </p:sp>
      <p:sp>
        <p:nvSpPr>
          <p:cNvPr id="126" name="TextBox 8"/>
          <p:cNvSpPr/>
          <p:nvPr/>
        </p:nvSpPr>
        <p:spPr>
          <a:xfrm>
            <a:off x="1028880" y="6811200"/>
            <a:ext cx="4485600" cy="1706760"/>
          </a:xfrm>
          <a:prstGeom prst="rect">
            <a:avLst/>
          </a:prstGeom>
          <a:noFill/>
          <a:ln w="0">
            <a:noFill/>
          </a:ln>
        </p:spPr>
        <p:style>
          <a:lnRef idx="0"/>
          <a:fillRef idx="0"/>
          <a:effectRef idx="0"/>
          <a:fontRef idx="minor"/>
        </p:style>
        <p:txBody>
          <a:bodyPr lIns="0" rIns="0" tIns="0" bIns="0" anchor="t">
            <a:spAutoFit/>
          </a:bodyPr>
          <a:p>
            <a:pPr algn="just" defTabSz="914400">
              <a:lnSpc>
                <a:spcPts val="4479"/>
              </a:lnSpc>
            </a:pPr>
            <a:r>
              <a:rPr b="0" lang="en-US" sz="2800" strike="noStrike" u="none">
                <a:solidFill>
                  <a:srgbClr val="2d2d2d"/>
                </a:solidFill>
                <a:effectLst/>
                <a:uFillTx/>
                <a:latin typeface="Open Sauce"/>
                <a:ea typeface="Open Sauce"/>
              </a:rPr>
              <a:t>Lorem ipsum dolor sit amet, consectetur adipiscing elit.</a:t>
            </a:r>
            <a:endParaRPr b="0" lang="fr-FR" sz="2800" strike="noStrike" u="none">
              <a:solidFill>
                <a:srgbClr val="000000"/>
              </a:solidFill>
              <a:effectLst/>
              <a:uFillTx/>
              <a:latin typeface="Arial"/>
            </a:endParaRPr>
          </a:p>
        </p:txBody>
      </p:sp>
      <p:sp>
        <p:nvSpPr>
          <p:cNvPr id="127" name="TextBox 9"/>
          <p:cNvSpPr/>
          <p:nvPr/>
        </p:nvSpPr>
        <p:spPr>
          <a:xfrm>
            <a:off x="7077960" y="6811200"/>
            <a:ext cx="10181160" cy="1137960"/>
          </a:xfrm>
          <a:prstGeom prst="rect">
            <a:avLst/>
          </a:prstGeom>
          <a:noFill/>
          <a:ln w="0">
            <a:noFill/>
          </a:ln>
        </p:spPr>
        <p:style>
          <a:lnRef idx="0"/>
          <a:fillRef idx="0"/>
          <a:effectRef idx="0"/>
          <a:fontRef idx="minor"/>
        </p:style>
        <p:txBody>
          <a:bodyPr lIns="0" rIns="0" tIns="0" bIns="0" anchor="t">
            <a:spAutoFit/>
          </a:bodyPr>
          <a:p>
            <a:pPr algn="just" defTabSz="914400">
              <a:lnSpc>
                <a:spcPts val="4479"/>
              </a:lnSpc>
            </a:pPr>
            <a:r>
              <a:rPr b="0" lang="en-US" sz="2800" strike="noStrike" u="none">
                <a:solidFill>
                  <a:srgbClr val="2d2d2d"/>
                </a:solidFill>
                <a:effectLst/>
                <a:uFillTx/>
                <a:latin typeface="Open Sauce"/>
                <a:ea typeface="Open Sauce"/>
              </a:rPr>
              <a:t>Duis aute irure dolor in reprehenderit in voluptate velit esse cillum dolore eu fugiat nulla pariatur.</a:t>
            </a:r>
            <a:endParaRPr b="0" lang="fr-FR" sz="2800" strike="noStrike" u="none">
              <a:solidFill>
                <a:srgbClr val="000000"/>
              </a:solidFill>
              <a:effectLst/>
              <a:uFillTx/>
              <a:latin typeface="Arial"/>
            </a:endParaRPr>
          </a:p>
        </p:txBody>
      </p:sp>
      <p:pic>
        <p:nvPicPr>
          <p:cNvPr id="128" name="Picture 10" descr=""/>
          <p:cNvPicPr/>
          <p:nvPr/>
        </p:nvPicPr>
        <p:blipFill>
          <a:blip r:embed="rId5"/>
          <a:stretch/>
        </p:blipFill>
        <p:spPr>
          <a:xfrm>
            <a:off x="549360" y="1817280"/>
            <a:ext cx="5751360" cy="5312160"/>
          </a:xfrm>
          <a:prstGeom prst="rect">
            <a:avLst/>
          </a:prstGeom>
          <a:noFill/>
          <a:ln w="0">
            <a:noFill/>
          </a:ln>
        </p:spPr>
      </p:pic>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9f5f0"/>
        </a:solidFill>
      </p:bgPr>
    </p:bg>
    <p:spTree>
      <p:nvGrpSpPr>
        <p:cNvPr id="1" name=""/>
        <p:cNvGrpSpPr/>
        <p:nvPr/>
      </p:nvGrpSpPr>
      <p:grpSpPr>
        <a:xfrm>
          <a:off x="0" y="0"/>
          <a:ext cx="0" cy="0"/>
          <a:chOff x="0" y="0"/>
          <a:chExt cx="0" cy="0"/>
        </a:xfrm>
      </p:grpSpPr>
      <p:sp>
        <p:nvSpPr>
          <p:cNvPr id="129" name="Freeform 2"/>
          <p:cNvSpPr/>
          <p:nvPr/>
        </p:nvSpPr>
        <p:spPr>
          <a:xfrm>
            <a:off x="16484760" y="520200"/>
            <a:ext cx="1017000" cy="1017000"/>
          </a:xfrm>
          <a:custGeom>
            <a:avLst/>
            <a:gdLst>
              <a:gd name="textAreaLeft" fmla="*/ 0 w 1017000"/>
              <a:gd name="textAreaRight" fmla="*/ 1017360 w 1017000"/>
              <a:gd name="textAreaTop" fmla="*/ 0 h 1017000"/>
              <a:gd name="textAreaBottom" fmla="*/ 1017360 h 1017000"/>
            </a:gdLst>
            <a:ahLst/>
            <a:cxnLst/>
            <a:rect l="textAreaLeft" t="textAreaTop" r="textAreaRight" b="textAreaBottom"/>
            <a:pathLst>
              <a:path w="1017308" h="1017308">
                <a:moveTo>
                  <a:pt x="0" y="0"/>
                </a:moveTo>
                <a:lnTo>
                  <a:pt x="1017308" y="0"/>
                </a:lnTo>
                <a:lnTo>
                  <a:pt x="1017308" y="1017308"/>
                </a:lnTo>
                <a:lnTo>
                  <a:pt x="0" y="1017308"/>
                </a:lnTo>
                <a:lnTo>
                  <a:pt x="0" y="0"/>
                </a:lnTo>
                <a:close/>
              </a:path>
            </a:pathLst>
          </a:custGeom>
          <a:blipFill rotWithShape="0">
            <a:blip r:embed="rId1">
              <a:extLst>
                <a:ext uri="{96DAC541-7B7A-43D3-8B79-37D633B846F1}">
                  <asvg:svgBlip xmlns:asvg="http://schemas.microsoft.com/office/drawing/2016/SVG/main" r:embed="rId2"/>
                </a:ext>
              </a:extLst>
            </a:blip>
            <a:srcRect/>
            <a:stretch/>
          </a:blipFill>
          <a:ln w="0">
            <a:noFill/>
          </a:ln>
        </p:spPr>
        <p:style>
          <a:lnRef idx="0"/>
          <a:fillRef idx="0"/>
          <a:effectRef idx="0"/>
          <a:fontRef idx="minor"/>
        </p:style>
        <p:txBody>
          <a:bodyPr lIns="90000" rIns="90000" tIns="45000" bIns="45000" anchor="t">
            <a:noAutofit/>
          </a:bodyPr>
          <a:p>
            <a:endParaRPr b="0" lang="fr-FR" sz="1800" strike="noStrike" u="none">
              <a:solidFill>
                <a:srgbClr val="000000"/>
              </a:solidFill>
              <a:effectLst/>
              <a:uFillTx/>
              <a:latin typeface="Arial"/>
            </a:endParaRPr>
          </a:p>
        </p:txBody>
      </p:sp>
      <p:grpSp>
        <p:nvGrpSpPr>
          <p:cNvPr id="130" name="Group 3"/>
          <p:cNvGrpSpPr/>
          <p:nvPr/>
        </p:nvGrpSpPr>
        <p:grpSpPr>
          <a:xfrm>
            <a:off x="0" y="7494480"/>
            <a:ext cx="18287640" cy="2792160"/>
            <a:chOff x="0" y="7494480"/>
            <a:chExt cx="18287640" cy="2792160"/>
          </a:xfrm>
        </p:grpSpPr>
        <p:sp>
          <p:nvSpPr>
            <p:cNvPr id="131" name="Freeform 4"/>
            <p:cNvSpPr/>
            <p:nvPr/>
          </p:nvSpPr>
          <p:spPr>
            <a:xfrm>
              <a:off x="0" y="7494480"/>
              <a:ext cx="18287640" cy="2792160"/>
            </a:xfrm>
            <a:custGeom>
              <a:avLst/>
              <a:gdLst>
                <a:gd name="textAreaLeft" fmla="*/ 0 w 18287640"/>
                <a:gd name="textAreaRight" fmla="*/ 18288000 w 18287640"/>
                <a:gd name="textAreaTop" fmla="*/ 0 h 2792160"/>
                <a:gd name="textAreaBottom" fmla="*/ 2792520 h 2792160"/>
              </a:gdLst>
              <a:ahLst/>
              <a:cxnLst/>
              <a:rect l="textAreaLeft" t="textAreaTop" r="textAreaRight" b="textAreaBottom"/>
              <a:pathLst>
                <a:path w="6671512" h="1018725">
                  <a:moveTo>
                    <a:pt x="0" y="0"/>
                  </a:moveTo>
                  <a:lnTo>
                    <a:pt x="6671512" y="0"/>
                  </a:lnTo>
                  <a:lnTo>
                    <a:pt x="6671512" y="1018725"/>
                  </a:lnTo>
                  <a:lnTo>
                    <a:pt x="0" y="1018725"/>
                  </a:lnTo>
                  <a:close/>
                </a:path>
              </a:pathLst>
            </a:custGeom>
            <a:solidFill>
              <a:srgbClr val="196bde"/>
            </a:solidFill>
            <a:ln w="0">
              <a:noFill/>
            </a:ln>
          </p:spPr>
          <p:style>
            <a:lnRef idx="0"/>
            <a:fillRef idx="0"/>
            <a:effectRef idx="0"/>
            <a:fontRef idx="minor"/>
          </p:style>
          <p:txBody>
            <a:bodyPr lIns="90000" rIns="90000" tIns="45000" bIns="45000" anchor="t">
              <a:noAutofit/>
            </a:bodyPr>
            <a:p>
              <a:endParaRPr b="0" lang="fr-FR" sz="1800" strike="noStrike" u="none">
                <a:solidFill>
                  <a:srgbClr val="ffffff"/>
                </a:solidFill>
                <a:effectLst/>
                <a:uFillTx/>
                <a:latin typeface="Arial"/>
              </a:endParaRPr>
            </a:p>
          </p:txBody>
        </p:sp>
      </p:grpSp>
      <p:sp>
        <p:nvSpPr>
          <p:cNvPr id="132" name="TextBox 5"/>
          <p:cNvSpPr/>
          <p:nvPr/>
        </p:nvSpPr>
        <p:spPr>
          <a:xfrm>
            <a:off x="1028880" y="3074040"/>
            <a:ext cx="14413320" cy="1524240"/>
          </a:xfrm>
          <a:prstGeom prst="rect">
            <a:avLst/>
          </a:prstGeom>
          <a:noFill/>
          <a:ln w="0">
            <a:noFill/>
          </a:ln>
        </p:spPr>
        <p:style>
          <a:lnRef idx="0"/>
          <a:fillRef idx="0"/>
          <a:effectRef idx="0"/>
          <a:fontRef idx="minor"/>
        </p:style>
        <p:txBody>
          <a:bodyPr lIns="0" rIns="0" tIns="0" bIns="0" anchor="t">
            <a:spAutoFit/>
          </a:bodyPr>
          <a:p>
            <a:pPr defTabSz="914400">
              <a:lnSpc>
                <a:spcPts val="11999"/>
              </a:lnSpc>
            </a:pPr>
            <a:r>
              <a:rPr b="0" lang="en-US" sz="10000" strike="noStrike" u="none">
                <a:solidFill>
                  <a:srgbClr val="2d2d2d"/>
                </a:solidFill>
                <a:effectLst/>
                <a:uFillTx/>
                <a:latin typeface="Open Sauce"/>
                <a:ea typeface="Open Sauce"/>
              </a:rPr>
              <a:t>The End</a:t>
            </a:r>
            <a:endParaRPr b="0" lang="fr-FR" sz="10000" strike="noStrike" u="none">
              <a:solidFill>
                <a:srgbClr val="000000"/>
              </a:solidFill>
              <a:effectLst/>
              <a:uFillTx/>
              <a:latin typeface="Arial"/>
            </a:endParaRPr>
          </a:p>
        </p:txBody>
      </p:sp>
      <p:sp>
        <p:nvSpPr>
          <p:cNvPr id="133" name="TextBox 6"/>
          <p:cNvSpPr/>
          <p:nvPr/>
        </p:nvSpPr>
        <p:spPr>
          <a:xfrm>
            <a:off x="1028880" y="1941840"/>
            <a:ext cx="8092800" cy="640440"/>
          </a:xfrm>
          <a:prstGeom prst="rect">
            <a:avLst/>
          </a:prstGeom>
          <a:noFill/>
          <a:ln w="0">
            <a:noFill/>
          </a:ln>
        </p:spPr>
        <p:style>
          <a:lnRef idx="0"/>
          <a:fillRef idx="0"/>
          <a:effectRef idx="0"/>
          <a:fontRef idx="minor"/>
        </p:style>
        <p:txBody>
          <a:bodyPr lIns="0" rIns="0" tIns="0" bIns="0" anchor="t">
            <a:spAutoFit/>
          </a:bodyPr>
          <a:p>
            <a:pPr defTabSz="914400">
              <a:lnSpc>
                <a:spcPts val="5040"/>
              </a:lnSpc>
            </a:pPr>
            <a:r>
              <a:rPr b="0" lang="en-US" sz="3600" strike="noStrike" u="none">
                <a:solidFill>
                  <a:srgbClr val="196bde"/>
                </a:solidFill>
                <a:effectLst/>
                <a:uFillTx/>
                <a:latin typeface="Open Sauce"/>
                <a:ea typeface="Open Sauce"/>
              </a:rPr>
              <a:t>Course Name</a:t>
            </a:r>
            <a:endParaRPr b="0" lang="fr-FR" sz="3600" strike="noStrike" u="none">
              <a:solidFill>
                <a:srgbClr val="000000"/>
              </a:solidFill>
              <a:effectLst/>
              <a:uFillTx/>
              <a:latin typeface="Arial"/>
            </a:endParaRPr>
          </a:p>
        </p:txBody>
      </p:sp>
      <p:sp>
        <p:nvSpPr>
          <p:cNvPr id="134" name="TextBox 7"/>
          <p:cNvSpPr/>
          <p:nvPr/>
        </p:nvSpPr>
        <p:spPr>
          <a:xfrm>
            <a:off x="6965640" y="7916400"/>
            <a:ext cx="4356360" cy="498240"/>
          </a:xfrm>
          <a:prstGeom prst="rect">
            <a:avLst/>
          </a:prstGeom>
          <a:noFill/>
          <a:ln w="0">
            <a:noFill/>
          </a:ln>
        </p:spPr>
        <p:style>
          <a:lnRef idx="0"/>
          <a:fillRef idx="0"/>
          <a:effectRef idx="0"/>
          <a:fontRef idx="minor"/>
        </p:style>
        <p:txBody>
          <a:bodyPr lIns="0" rIns="0" tIns="0" bIns="0" anchor="t">
            <a:spAutoFit/>
          </a:bodyPr>
          <a:p>
            <a:pPr defTabSz="914400">
              <a:lnSpc>
                <a:spcPts val="3920"/>
              </a:lnSpc>
            </a:pPr>
            <a:r>
              <a:rPr b="0" lang="en-US" sz="2800" strike="noStrike" u="none">
                <a:solidFill>
                  <a:srgbClr val="f9f5f0"/>
                </a:solidFill>
                <a:effectLst/>
                <a:uFillTx/>
                <a:latin typeface="Open Sauce"/>
                <a:ea typeface="Open Sauce"/>
              </a:rPr>
              <a:t>2026 March 27</a:t>
            </a:r>
            <a:endParaRPr b="0" lang="fr-FR" sz="2800" strike="noStrike" u="none">
              <a:solidFill>
                <a:srgbClr val="000000"/>
              </a:solidFill>
              <a:effectLst/>
              <a:uFillTx/>
              <a:latin typeface="Arial"/>
            </a:endParaRPr>
          </a:p>
        </p:txBody>
      </p:sp>
      <p:sp>
        <p:nvSpPr>
          <p:cNvPr id="135" name="TextBox 8"/>
          <p:cNvSpPr/>
          <p:nvPr/>
        </p:nvSpPr>
        <p:spPr>
          <a:xfrm>
            <a:off x="1028880" y="7916400"/>
            <a:ext cx="4356360" cy="498240"/>
          </a:xfrm>
          <a:prstGeom prst="rect">
            <a:avLst/>
          </a:prstGeom>
          <a:noFill/>
          <a:ln w="0">
            <a:noFill/>
          </a:ln>
        </p:spPr>
        <p:style>
          <a:lnRef idx="0"/>
          <a:fillRef idx="0"/>
          <a:effectRef idx="0"/>
          <a:fontRef idx="minor"/>
        </p:style>
        <p:txBody>
          <a:bodyPr lIns="0" rIns="0" tIns="0" bIns="0" anchor="t">
            <a:spAutoFit/>
          </a:bodyPr>
          <a:p>
            <a:pPr defTabSz="914400">
              <a:lnSpc>
                <a:spcPts val="3920"/>
              </a:lnSpc>
            </a:pPr>
            <a:r>
              <a:rPr b="0" lang="en-US" sz="2800" strike="noStrike" u="none">
                <a:solidFill>
                  <a:srgbClr val="f9f5f0"/>
                </a:solidFill>
                <a:effectLst/>
                <a:uFillTx/>
                <a:latin typeface="Open Sauce"/>
                <a:ea typeface="Open Sauce"/>
              </a:rPr>
              <a:t>Full Name</a:t>
            </a:r>
            <a:endParaRPr b="0" lang="fr-FR" sz="2800" strike="noStrike" u="none">
              <a:solidFill>
                <a:srgbClr val="000000"/>
              </a:solidFill>
              <a:effectLst/>
              <a:uFillTx/>
              <a:latin typeface="Arial"/>
            </a:endParaRPr>
          </a:p>
        </p:txBody>
      </p:sp>
      <p:sp>
        <p:nvSpPr>
          <p:cNvPr id="136" name="TextBox 9"/>
          <p:cNvSpPr/>
          <p:nvPr/>
        </p:nvSpPr>
        <p:spPr>
          <a:xfrm>
            <a:off x="6965640" y="8447400"/>
            <a:ext cx="4356360" cy="498240"/>
          </a:xfrm>
          <a:prstGeom prst="rect">
            <a:avLst/>
          </a:prstGeom>
          <a:noFill/>
          <a:ln w="0">
            <a:noFill/>
          </a:ln>
        </p:spPr>
        <p:style>
          <a:lnRef idx="0"/>
          <a:fillRef idx="0"/>
          <a:effectRef idx="0"/>
          <a:fontRef idx="minor"/>
        </p:style>
        <p:txBody>
          <a:bodyPr lIns="0" rIns="0" tIns="0" bIns="0" anchor="t">
            <a:spAutoFit/>
          </a:bodyPr>
          <a:p>
            <a:pPr defTabSz="914400">
              <a:lnSpc>
                <a:spcPts val="3920"/>
              </a:lnSpc>
            </a:pPr>
            <a:r>
              <a:rPr b="0" lang="en-US" sz="2800" strike="noStrike" u="none">
                <a:solidFill>
                  <a:srgbClr val="f9f5f0"/>
                </a:solidFill>
                <a:effectLst/>
                <a:uFillTx/>
                <a:latin typeface="Open Sauce"/>
                <a:ea typeface="Open Sauce"/>
              </a:rPr>
              <a:t>Week IV</a:t>
            </a:r>
            <a:endParaRPr b="0" lang="fr-FR" sz="2800" strike="noStrike" u="none">
              <a:solidFill>
                <a:srgbClr val="000000"/>
              </a:solidFill>
              <a:effectLst/>
              <a:uFillTx/>
              <a:latin typeface="Arial"/>
            </a:endParaRPr>
          </a:p>
        </p:txBody>
      </p:sp>
      <p:sp>
        <p:nvSpPr>
          <p:cNvPr id="137" name="AutoShape 10"/>
          <p:cNvSpPr/>
          <p:nvPr/>
        </p:nvSpPr>
        <p:spPr>
          <a:xfrm>
            <a:off x="5913000" y="7238880"/>
            <a:ext cx="360" cy="3038400"/>
          </a:xfrm>
          <a:prstGeom prst="line">
            <a:avLst/>
          </a:prstGeom>
          <a:ln cap="rnd" w="76320">
            <a:solidFill>
              <a:srgbClr val="f9f5f0"/>
            </a:solidFill>
            <a:round/>
          </a:ln>
        </p:spPr>
        <p:style>
          <a:lnRef idx="0"/>
          <a:fillRef idx="0"/>
          <a:effectRef idx="0"/>
          <a:fontRef idx="minor"/>
        </p:style>
        <p:txBody>
          <a:bodyPr lIns="90000" rIns="90000" tIns="45000" bIns="45000" anchor="t" anchorCtr="1">
            <a:noAutofit/>
          </a:bodyPr>
          <a:p>
            <a:endParaRPr b="0" lang="fr-FR" sz="1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6.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7.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8.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9.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10.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1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25</TotalTime>
  <Application>LibreOffice/25.2.6.2$Linux_X86_64 LibreOffice_project/40d1a0e1d5bdf1afaeae24d9ece32bbb00fa66a4</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dc:creator/>
  <dc:description/>
  <dc:identifier>DAG3tgI1vuw</dc:identifier>
  <dc:language>fr-FR</dc:language>
  <cp:lastModifiedBy>Christos Christou</cp:lastModifiedBy>
  <dcterms:modified xsi:type="dcterms:W3CDTF">2025-11-17T10:25:45Z</dcterms:modified>
  <cp:revision>3</cp:revision>
  <dc:subject/>
  <dc:title>Blue Orange Black Soft Cream Simple Minimalist Class Course Lecturer Presentation Template</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On-screen Show (4:3)</vt:lpwstr>
  </property>
</Properties>
</file>