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Lst>
  <p:sldSz cx="18288000" cy="10287000"/>
  <p:notesSz cx="6858000" cy="9144000"/>
  <p:embeddedFontLst>
    <p:embeddedFont>
      <p:font typeface="Open Sauce" charset="1" panose="00000500000000000000"/>
      <p:regular r:id="rId1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fonts/font14.fntdata" Type="http://schemas.openxmlformats.org/officeDocument/2006/relationships/font"/><Relationship Id="rId2" Target="presProps.xml" Type="http://schemas.openxmlformats.org/officeDocument/2006/relationships/presProps"/><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png" Type="http://schemas.openxmlformats.org/officeDocument/2006/relationships/image"/><Relationship Id="rId9" Target="../media/image8.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9.png" Type="http://schemas.openxmlformats.org/officeDocument/2006/relationships/image"/><Relationship Id="rId5" Target="../media/image10.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11.png" Type="http://schemas.openxmlformats.org/officeDocument/2006/relationships/image"/><Relationship Id="rId5" Target="../media/image12.svg" Type="http://schemas.openxmlformats.org/officeDocument/2006/relationships/image"/><Relationship Id="rId6" Target="../media/image13.png" Type="http://schemas.openxmlformats.org/officeDocument/2006/relationships/image"/><Relationship Id="rId7" Target="../media/image14.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15.png" Type="http://schemas.openxmlformats.org/officeDocument/2006/relationships/image"/><Relationship Id="rId5" Target="../media/image16.svg" Type="http://schemas.openxmlformats.org/officeDocument/2006/relationships/image"/><Relationship Id="rId6" Target="../media/image17.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9F5F0"/>
        </a:solidFill>
      </p:bgPr>
    </p:bg>
    <p:spTree>
      <p:nvGrpSpPr>
        <p:cNvPr id="1" name=""/>
        <p:cNvGrpSpPr/>
        <p:nvPr/>
      </p:nvGrpSpPr>
      <p:grpSpPr>
        <a:xfrm>
          <a:off x="0" y="0"/>
          <a:ext cx="0" cy="0"/>
          <a:chOff x="0" y="0"/>
          <a:chExt cx="0" cy="0"/>
        </a:xfrm>
      </p:grpSpPr>
      <p:sp>
        <p:nvSpPr>
          <p:cNvPr name="Freeform 2" id="2"/>
          <p:cNvSpPr/>
          <p:nvPr/>
        </p:nvSpPr>
        <p:spPr>
          <a:xfrm flipH="false" flipV="false" rot="0">
            <a:off x="16484611" y="520046"/>
            <a:ext cx="1017308" cy="1017308"/>
          </a:xfrm>
          <a:custGeom>
            <a:avLst/>
            <a:gdLst/>
            <a:ahLst/>
            <a:cxnLst/>
            <a:rect r="r" b="b" t="t" l="l"/>
            <a:pathLst>
              <a:path h="1017308" w="1017308">
                <a:moveTo>
                  <a:pt x="0" y="0"/>
                </a:moveTo>
                <a:lnTo>
                  <a:pt x="1017308" y="0"/>
                </a:lnTo>
                <a:lnTo>
                  <a:pt x="1017308" y="1017308"/>
                </a:lnTo>
                <a:lnTo>
                  <a:pt x="0" y="101730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0" y="7494463"/>
            <a:ext cx="18288000" cy="2792537"/>
            <a:chOff x="0" y="0"/>
            <a:chExt cx="6671512" cy="1018725"/>
          </a:xfrm>
        </p:grpSpPr>
        <p:sp>
          <p:nvSpPr>
            <p:cNvPr name="Freeform 4" id="4"/>
            <p:cNvSpPr/>
            <p:nvPr/>
          </p:nvSpPr>
          <p:spPr>
            <a:xfrm flipH="false" flipV="false" rot="0">
              <a:off x="0" y="0"/>
              <a:ext cx="6671512" cy="1018725"/>
            </a:xfrm>
            <a:custGeom>
              <a:avLst/>
              <a:gdLst/>
              <a:ahLst/>
              <a:cxnLst/>
              <a:rect r="r" b="b" t="t" l="l"/>
              <a:pathLst>
                <a:path h="1018725" w="6671512">
                  <a:moveTo>
                    <a:pt x="0" y="0"/>
                  </a:moveTo>
                  <a:lnTo>
                    <a:pt x="6671512" y="0"/>
                  </a:lnTo>
                  <a:lnTo>
                    <a:pt x="6671512" y="1018725"/>
                  </a:lnTo>
                  <a:lnTo>
                    <a:pt x="0" y="1018725"/>
                  </a:lnTo>
                  <a:close/>
                </a:path>
              </a:pathLst>
            </a:custGeom>
            <a:solidFill>
              <a:srgbClr val="196BDE"/>
            </a:solidFill>
          </p:spPr>
        </p:sp>
      </p:grpSp>
      <p:sp>
        <p:nvSpPr>
          <p:cNvPr name="TextBox 5" id="5"/>
          <p:cNvSpPr txBox="true"/>
          <p:nvPr/>
        </p:nvSpPr>
        <p:spPr>
          <a:xfrm rot="0">
            <a:off x="1028700" y="3074089"/>
            <a:ext cx="14413764" cy="3028950"/>
          </a:xfrm>
          <a:prstGeom prst="rect">
            <a:avLst/>
          </a:prstGeom>
        </p:spPr>
        <p:txBody>
          <a:bodyPr anchor="t" rtlCol="false" tIns="0" lIns="0" bIns="0" rIns="0">
            <a:spAutoFit/>
          </a:bodyPr>
          <a:lstStyle/>
          <a:p>
            <a:pPr algn="l">
              <a:lnSpc>
                <a:spcPts val="11999"/>
              </a:lnSpc>
            </a:pPr>
            <a:r>
              <a:rPr lang="en-US" sz="9999">
                <a:solidFill>
                  <a:srgbClr val="2D2D2D"/>
                </a:solidFill>
                <a:latin typeface="Open Sauce"/>
                <a:ea typeface="Open Sauce"/>
                <a:cs typeface="Open Sauce"/>
                <a:sym typeface="Open Sauce"/>
              </a:rPr>
              <a:t>Write down this week lecture's topic</a:t>
            </a:r>
          </a:p>
        </p:txBody>
      </p:sp>
      <p:sp>
        <p:nvSpPr>
          <p:cNvPr name="TextBox 6" id="6"/>
          <p:cNvSpPr txBox="true"/>
          <p:nvPr/>
        </p:nvSpPr>
        <p:spPr>
          <a:xfrm rot="0">
            <a:off x="1028700" y="1941841"/>
            <a:ext cx="8093157" cy="613410"/>
          </a:xfrm>
          <a:prstGeom prst="rect">
            <a:avLst/>
          </a:prstGeom>
        </p:spPr>
        <p:txBody>
          <a:bodyPr anchor="t" rtlCol="false" tIns="0" lIns="0" bIns="0" rIns="0">
            <a:spAutoFit/>
          </a:bodyPr>
          <a:lstStyle/>
          <a:p>
            <a:pPr algn="l">
              <a:lnSpc>
                <a:spcPts val="5040"/>
              </a:lnSpc>
            </a:pPr>
            <a:r>
              <a:rPr lang="en-US" sz="3600">
                <a:solidFill>
                  <a:srgbClr val="196BDE"/>
                </a:solidFill>
                <a:latin typeface="Open Sauce"/>
                <a:ea typeface="Open Sauce"/>
                <a:cs typeface="Open Sauce"/>
                <a:sym typeface="Open Sauce"/>
              </a:rPr>
              <a:t>Programation structure en C </a:t>
            </a:r>
          </a:p>
        </p:txBody>
      </p:sp>
      <p:sp>
        <p:nvSpPr>
          <p:cNvPr name="TextBox 7" id="7"/>
          <p:cNvSpPr txBox="true"/>
          <p:nvPr/>
        </p:nvSpPr>
        <p:spPr>
          <a:xfrm rot="0">
            <a:off x="6965590" y="7916404"/>
            <a:ext cx="4356820" cy="490855"/>
          </a:xfrm>
          <a:prstGeom prst="rect">
            <a:avLst/>
          </a:prstGeom>
        </p:spPr>
        <p:txBody>
          <a:bodyPr anchor="t" rtlCol="false" tIns="0" lIns="0" bIns="0" rIns="0">
            <a:spAutoFit/>
          </a:bodyPr>
          <a:lstStyle/>
          <a:p>
            <a:pPr algn="l">
              <a:lnSpc>
                <a:spcPts val="3919"/>
              </a:lnSpc>
            </a:pPr>
            <a:r>
              <a:rPr lang="en-US" sz="2799">
                <a:solidFill>
                  <a:srgbClr val="F9F5F0"/>
                </a:solidFill>
                <a:latin typeface="Open Sauce"/>
                <a:ea typeface="Open Sauce"/>
                <a:cs typeface="Open Sauce"/>
                <a:sym typeface="Open Sauce"/>
              </a:rPr>
              <a:t>2026 March 27</a:t>
            </a:r>
          </a:p>
        </p:txBody>
      </p:sp>
      <p:sp>
        <p:nvSpPr>
          <p:cNvPr name="TextBox 8" id="8"/>
          <p:cNvSpPr txBox="true"/>
          <p:nvPr/>
        </p:nvSpPr>
        <p:spPr>
          <a:xfrm rot="0">
            <a:off x="1028700" y="7916404"/>
            <a:ext cx="4356820" cy="490855"/>
          </a:xfrm>
          <a:prstGeom prst="rect">
            <a:avLst/>
          </a:prstGeom>
        </p:spPr>
        <p:txBody>
          <a:bodyPr anchor="t" rtlCol="false" tIns="0" lIns="0" bIns="0" rIns="0">
            <a:spAutoFit/>
          </a:bodyPr>
          <a:lstStyle/>
          <a:p>
            <a:pPr algn="l">
              <a:lnSpc>
                <a:spcPts val="3919"/>
              </a:lnSpc>
            </a:pPr>
            <a:r>
              <a:rPr lang="en-US" sz="2799">
                <a:solidFill>
                  <a:srgbClr val="F9F5F0"/>
                </a:solidFill>
                <a:latin typeface="Open Sauce"/>
                <a:ea typeface="Open Sauce"/>
                <a:cs typeface="Open Sauce"/>
                <a:sym typeface="Open Sauce"/>
              </a:rPr>
              <a:t>Full Name</a:t>
            </a:r>
          </a:p>
        </p:txBody>
      </p:sp>
      <p:sp>
        <p:nvSpPr>
          <p:cNvPr name="TextBox 9" id="9"/>
          <p:cNvSpPr txBox="true"/>
          <p:nvPr/>
        </p:nvSpPr>
        <p:spPr>
          <a:xfrm rot="0">
            <a:off x="6965590" y="8447501"/>
            <a:ext cx="4356820" cy="490855"/>
          </a:xfrm>
          <a:prstGeom prst="rect">
            <a:avLst/>
          </a:prstGeom>
        </p:spPr>
        <p:txBody>
          <a:bodyPr anchor="t" rtlCol="false" tIns="0" lIns="0" bIns="0" rIns="0">
            <a:spAutoFit/>
          </a:bodyPr>
          <a:lstStyle/>
          <a:p>
            <a:pPr algn="l">
              <a:lnSpc>
                <a:spcPts val="3919"/>
              </a:lnSpc>
            </a:pPr>
            <a:r>
              <a:rPr lang="en-US" sz="2799">
                <a:solidFill>
                  <a:srgbClr val="F9F5F0"/>
                </a:solidFill>
                <a:latin typeface="Open Sauce"/>
                <a:ea typeface="Open Sauce"/>
                <a:cs typeface="Open Sauce"/>
                <a:sym typeface="Open Sauce"/>
              </a:rPr>
              <a:t>Week IV</a:t>
            </a:r>
          </a:p>
        </p:txBody>
      </p:sp>
      <p:sp>
        <p:nvSpPr>
          <p:cNvPr name="AutoShape 10" id="10"/>
          <p:cNvSpPr/>
          <p:nvPr/>
        </p:nvSpPr>
        <p:spPr>
          <a:xfrm rot="5400000">
            <a:off x="4393928" y="8758326"/>
            <a:ext cx="3038298" cy="0"/>
          </a:xfrm>
          <a:prstGeom prst="line">
            <a:avLst/>
          </a:prstGeom>
          <a:ln cap="rnd" w="76200">
            <a:solidFill>
              <a:srgbClr val="F9F5F0"/>
            </a:solidFill>
            <a:prstDash val="solid"/>
            <a:headEnd type="none" len="sm" w="sm"/>
            <a:tailEnd type="none" len="sm" w="sm"/>
          </a:ln>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9F5F0"/>
        </a:solidFill>
      </p:bgPr>
    </p:bg>
    <p:spTree>
      <p:nvGrpSpPr>
        <p:cNvPr id="1" name=""/>
        <p:cNvGrpSpPr/>
        <p:nvPr/>
      </p:nvGrpSpPr>
      <p:grpSpPr>
        <a:xfrm>
          <a:off x="0" y="0"/>
          <a:ext cx="0" cy="0"/>
          <a:chOff x="0" y="0"/>
          <a:chExt cx="0" cy="0"/>
        </a:xfrm>
      </p:grpSpPr>
      <p:sp>
        <p:nvSpPr>
          <p:cNvPr name="TextBox 2" id="2"/>
          <p:cNvSpPr txBox="true"/>
          <p:nvPr/>
        </p:nvSpPr>
        <p:spPr>
          <a:xfrm rot="0">
            <a:off x="1028700" y="580073"/>
            <a:ext cx="8093157" cy="811530"/>
          </a:xfrm>
          <a:prstGeom prst="rect">
            <a:avLst/>
          </a:prstGeom>
        </p:spPr>
        <p:txBody>
          <a:bodyPr anchor="t" rtlCol="false" tIns="0" lIns="0" bIns="0" rIns="0">
            <a:spAutoFit/>
          </a:bodyPr>
          <a:lstStyle/>
          <a:p>
            <a:pPr algn="l">
              <a:lnSpc>
                <a:spcPts val="6719"/>
              </a:lnSpc>
            </a:pPr>
            <a:r>
              <a:rPr lang="en-US" sz="4800">
                <a:solidFill>
                  <a:srgbClr val="196BDE"/>
                </a:solidFill>
                <a:latin typeface="Open Sauce"/>
                <a:ea typeface="Open Sauce"/>
                <a:cs typeface="Open Sauce"/>
                <a:sym typeface="Open Sauce"/>
              </a:rPr>
              <a:t>Contents</a:t>
            </a:r>
          </a:p>
        </p:txBody>
      </p:sp>
      <p:sp>
        <p:nvSpPr>
          <p:cNvPr name="TextBox 3" id="3"/>
          <p:cNvSpPr txBox="true"/>
          <p:nvPr/>
        </p:nvSpPr>
        <p:spPr>
          <a:xfrm rot="0">
            <a:off x="2279153" y="2801088"/>
            <a:ext cx="6864847" cy="490855"/>
          </a:xfrm>
          <a:prstGeom prst="rect">
            <a:avLst/>
          </a:prstGeom>
        </p:spPr>
        <p:txBody>
          <a:bodyPr anchor="t" rtlCol="false" tIns="0" lIns="0" bIns="0" rIns="0">
            <a:spAutoFit/>
          </a:bodyPr>
          <a:lstStyle/>
          <a:p>
            <a:pPr algn="l">
              <a:lnSpc>
                <a:spcPts val="3919"/>
              </a:lnSpc>
            </a:pPr>
            <a:r>
              <a:rPr lang="en-US" sz="2799">
                <a:solidFill>
                  <a:srgbClr val="2D2D2D"/>
                </a:solidFill>
                <a:latin typeface="Open Sauce"/>
                <a:ea typeface="Open Sauce"/>
                <a:cs typeface="Open Sauce"/>
                <a:sym typeface="Open Sauce"/>
              </a:rPr>
              <a:t>Definition</a:t>
            </a:r>
          </a:p>
        </p:txBody>
      </p:sp>
      <p:sp>
        <p:nvSpPr>
          <p:cNvPr name="TextBox 4" id="4"/>
          <p:cNvSpPr txBox="true"/>
          <p:nvPr/>
        </p:nvSpPr>
        <p:spPr>
          <a:xfrm rot="0">
            <a:off x="2279153" y="3802273"/>
            <a:ext cx="6864847" cy="490855"/>
          </a:xfrm>
          <a:prstGeom prst="rect">
            <a:avLst/>
          </a:prstGeom>
        </p:spPr>
        <p:txBody>
          <a:bodyPr anchor="t" rtlCol="false" tIns="0" lIns="0" bIns="0" rIns="0">
            <a:spAutoFit/>
          </a:bodyPr>
          <a:lstStyle/>
          <a:p>
            <a:pPr algn="l">
              <a:lnSpc>
                <a:spcPts val="3919"/>
              </a:lnSpc>
            </a:pPr>
            <a:r>
              <a:rPr lang="en-US" sz="2799">
                <a:solidFill>
                  <a:srgbClr val="2D2D2D"/>
                </a:solidFill>
                <a:latin typeface="Open Sauce"/>
                <a:ea typeface="Open Sauce"/>
                <a:cs typeface="Open Sauce"/>
                <a:sym typeface="Open Sauce"/>
              </a:rPr>
              <a:t>Types</a:t>
            </a:r>
          </a:p>
        </p:txBody>
      </p:sp>
      <p:sp>
        <p:nvSpPr>
          <p:cNvPr name="TextBox 5" id="5"/>
          <p:cNvSpPr txBox="true"/>
          <p:nvPr/>
        </p:nvSpPr>
        <p:spPr>
          <a:xfrm rot="0">
            <a:off x="2279153" y="4803457"/>
            <a:ext cx="6864847" cy="490855"/>
          </a:xfrm>
          <a:prstGeom prst="rect">
            <a:avLst/>
          </a:prstGeom>
        </p:spPr>
        <p:txBody>
          <a:bodyPr anchor="t" rtlCol="false" tIns="0" lIns="0" bIns="0" rIns="0">
            <a:spAutoFit/>
          </a:bodyPr>
          <a:lstStyle/>
          <a:p>
            <a:pPr algn="l">
              <a:lnSpc>
                <a:spcPts val="3919"/>
              </a:lnSpc>
            </a:pPr>
            <a:r>
              <a:rPr lang="en-US" sz="2799">
                <a:solidFill>
                  <a:srgbClr val="2D2D2D"/>
                </a:solidFill>
                <a:latin typeface="Open Sauce"/>
                <a:ea typeface="Open Sauce"/>
                <a:cs typeface="Open Sauce"/>
                <a:sym typeface="Open Sauce"/>
              </a:rPr>
              <a:t>Purposes</a:t>
            </a:r>
          </a:p>
        </p:txBody>
      </p:sp>
      <p:sp>
        <p:nvSpPr>
          <p:cNvPr name="TextBox 6" id="6"/>
          <p:cNvSpPr txBox="true"/>
          <p:nvPr/>
        </p:nvSpPr>
        <p:spPr>
          <a:xfrm rot="0">
            <a:off x="2279153" y="5804642"/>
            <a:ext cx="6864847" cy="490855"/>
          </a:xfrm>
          <a:prstGeom prst="rect">
            <a:avLst/>
          </a:prstGeom>
        </p:spPr>
        <p:txBody>
          <a:bodyPr anchor="t" rtlCol="false" tIns="0" lIns="0" bIns="0" rIns="0">
            <a:spAutoFit/>
          </a:bodyPr>
          <a:lstStyle/>
          <a:p>
            <a:pPr algn="l">
              <a:lnSpc>
                <a:spcPts val="3919"/>
              </a:lnSpc>
            </a:pPr>
            <a:r>
              <a:rPr lang="en-US" sz="2799">
                <a:solidFill>
                  <a:srgbClr val="2D2D2D"/>
                </a:solidFill>
                <a:latin typeface="Open Sauce"/>
                <a:ea typeface="Open Sauce"/>
                <a:cs typeface="Open Sauce"/>
                <a:sym typeface="Open Sauce"/>
              </a:rPr>
              <a:t>Technique</a:t>
            </a:r>
          </a:p>
        </p:txBody>
      </p:sp>
      <p:sp>
        <p:nvSpPr>
          <p:cNvPr name="TextBox 7" id="7"/>
          <p:cNvSpPr txBox="true"/>
          <p:nvPr/>
        </p:nvSpPr>
        <p:spPr>
          <a:xfrm rot="0">
            <a:off x="2279153" y="6805827"/>
            <a:ext cx="6864847" cy="490855"/>
          </a:xfrm>
          <a:prstGeom prst="rect">
            <a:avLst/>
          </a:prstGeom>
        </p:spPr>
        <p:txBody>
          <a:bodyPr anchor="t" rtlCol="false" tIns="0" lIns="0" bIns="0" rIns="0">
            <a:spAutoFit/>
          </a:bodyPr>
          <a:lstStyle/>
          <a:p>
            <a:pPr algn="l">
              <a:lnSpc>
                <a:spcPts val="3919"/>
              </a:lnSpc>
            </a:pPr>
            <a:r>
              <a:rPr lang="en-US" sz="2799">
                <a:solidFill>
                  <a:srgbClr val="2D2D2D"/>
                </a:solidFill>
                <a:latin typeface="Open Sauce"/>
                <a:ea typeface="Open Sauce"/>
                <a:cs typeface="Open Sauce"/>
                <a:sym typeface="Open Sauce"/>
              </a:rPr>
              <a:t>Conclusion</a:t>
            </a:r>
          </a:p>
        </p:txBody>
      </p:sp>
      <p:sp>
        <p:nvSpPr>
          <p:cNvPr name="Freeform 8" id="8"/>
          <p:cNvSpPr/>
          <p:nvPr/>
        </p:nvSpPr>
        <p:spPr>
          <a:xfrm flipH="false" flipV="false" rot="0">
            <a:off x="16484611" y="520046"/>
            <a:ext cx="1017308" cy="1017308"/>
          </a:xfrm>
          <a:custGeom>
            <a:avLst/>
            <a:gdLst/>
            <a:ahLst/>
            <a:cxnLst/>
            <a:rect r="r" b="b" t="t" l="l"/>
            <a:pathLst>
              <a:path h="1017308" w="1017308">
                <a:moveTo>
                  <a:pt x="0" y="0"/>
                </a:moveTo>
                <a:lnTo>
                  <a:pt x="1017308" y="0"/>
                </a:lnTo>
                <a:lnTo>
                  <a:pt x="1017308" y="1017308"/>
                </a:lnTo>
                <a:lnTo>
                  <a:pt x="0" y="101730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9" id="9"/>
          <p:cNvGrpSpPr/>
          <p:nvPr/>
        </p:nvGrpSpPr>
        <p:grpSpPr>
          <a:xfrm rot="0">
            <a:off x="0" y="8988072"/>
            <a:ext cx="18288000" cy="1298928"/>
            <a:chOff x="0" y="0"/>
            <a:chExt cx="6671512" cy="473853"/>
          </a:xfrm>
        </p:grpSpPr>
        <p:sp>
          <p:nvSpPr>
            <p:cNvPr name="Freeform 10" id="10"/>
            <p:cNvSpPr/>
            <p:nvPr/>
          </p:nvSpPr>
          <p:spPr>
            <a:xfrm flipH="false" flipV="false" rot="0">
              <a:off x="0" y="0"/>
              <a:ext cx="6671512" cy="473852"/>
            </a:xfrm>
            <a:custGeom>
              <a:avLst/>
              <a:gdLst/>
              <a:ahLst/>
              <a:cxnLst/>
              <a:rect r="r" b="b" t="t" l="l"/>
              <a:pathLst>
                <a:path h="473852" w="6671512">
                  <a:moveTo>
                    <a:pt x="0" y="0"/>
                  </a:moveTo>
                  <a:lnTo>
                    <a:pt x="6671512" y="0"/>
                  </a:lnTo>
                  <a:lnTo>
                    <a:pt x="6671512" y="473852"/>
                  </a:lnTo>
                  <a:lnTo>
                    <a:pt x="0" y="473852"/>
                  </a:lnTo>
                  <a:close/>
                </a:path>
              </a:pathLst>
            </a:custGeom>
            <a:solidFill>
              <a:srgbClr val="196BDE"/>
            </a:solidFill>
          </p:spPr>
        </p:sp>
      </p:grpSp>
      <p:sp>
        <p:nvSpPr>
          <p:cNvPr name="TextBox 11" id="11"/>
          <p:cNvSpPr txBox="true"/>
          <p:nvPr/>
        </p:nvSpPr>
        <p:spPr>
          <a:xfrm rot="0">
            <a:off x="12902480" y="9358771"/>
            <a:ext cx="4356820" cy="490855"/>
          </a:xfrm>
          <a:prstGeom prst="rect">
            <a:avLst/>
          </a:prstGeom>
        </p:spPr>
        <p:txBody>
          <a:bodyPr anchor="t" rtlCol="false" tIns="0" lIns="0" bIns="0" rIns="0">
            <a:spAutoFit/>
          </a:bodyPr>
          <a:lstStyle/>
          <a:p>
            <a:pPr algn="r">
              <a:lnSpc>
                <a:spcPts val="3919"/>
              </a:lnSpc>
            </a:pPr>
            <a:r>
              <a:rPr lang="en-US" sz="2799">
                <a:solidFill>
                  <a:srgbClr val="F9F5F0"/>
                </a:solidFill>
                <a:latin typeface="Open Sauce"/>
                <a:ea typeface="Open Sauce"/>
                <a:cs typeface="Open Sauce"/>
                <a:sym typeface="Open Sauce"/>
              </a:rPr>
              <a:t>2</a:t>
            </a:r>
          </a:p>
        </p:txBody>
      </p:sp>
      <p:sp>
        <p:nvSpPr>
          <p:cNvPr name="TextBox 12" id="12"/>
          <p:cNvSpPr txBox="true"/>
          <p:nvPr/>
        </p:nvSpPr>
        <p:spPr>
          <a:xfrm rot="0">
            <a:off x="12541794" y="2801088"/>
            <a:ext cx="2983388" cy="490855"/>
          </a:xfrm>
          <a:prstGeom prst="rect">
            <a:avLst/>
          </a:prstGeom>
        </p:spPr>
        <p:txBody>
          <a:bodyPr anchor="t" rtlCol="false" tIns="0" lIns="0" bIns="0" rIns="0">
            <a:spAutoFit/>
          </a:bodyPr>
          <a:lstStyle/>
          <a:p>
            <a:pPr algn="r">
              <a:lnSpc>
                <a:spcPts val="3919"/>
              </a:lnSpc>
            </a:pPr>
            <a:r>
              <a:rPr lang="en-US" sz="2799">
                <a:solidFill>
                  <a:srgbClr val="2D2D2D"/>
                </a:solidFill>
                <a:latin typeface="Open Sauce"/>
                <a:ea typeface="Open Sauce"/>
                <a:cs typeface="Open Sauce"/>
                <a:sym typeface="Open Sauce"/>
              </a:rPr>
              <a:t>3</a:t>
            </a:r>
          </a:p>
        </p:txBody>
      </p:sp>
      <p:sp>
        <p:nvSpPr>
          <p:cNvPr name="TextBox 13" id="13"/>
          <p:cNvSpPr txBox="true"/>
          <p:nvPr/>
        </p:nvSpPr>
        <p:spPr>
          <a:xfrm rot="0">
            <a:off x="12541794" y="3802273"/>
            <a:ext cx="2983388" cy="490855"/>
          </a:xfrm>
          <a:prstGeom prst="rect">
            <a:avLst/>
          </a:prstGeom>
        </p:spPr>
        <p:txBody>
          <a:bodyPr anchor="t" rtlCol="false" tIns="0" lIns="0" bIns="0" rIns="0">
            <a:spAutoFit/>
          </a:bodyPr>
          <a:lstStyle/>
          <a:p>
            <a:pPr algn="r">
              <a:lnSpc>
                <a:spcPts val="3919"/>
              </a:lnSpc>
            </a:pPr>
            <a:r>
              <a:rPr lang="en-US" sz="2799">
                <a:solidFill>
                  <a:srgbClr val="2D2D2D"/>
                </a:solidFill>
                <a:latin typeface="Open Sauce"/>
                <a:ea typeface="Open Sauce"/>
                <a:cs typeface="Open Sauce"/>
                <a:sym typeface="Open Sauce"/>
              </a:rPr>
              <a:t>4</a:t>
            </a:r>
          </a:p>
        </p:txBody>
      </p:sp>
      <p:sp>
        <p:nvSpPr>
          <p:cNvPr name="TextBox 14" id="14"/>
          <p:cNvSpPr txBox="true"/>
          <p:nvPr/>
        </p:nvSpPr>
        <p:spPr>
          <a:xfrm rot="0">
            <a:off x="12541794" y="4803457"/>
            <a:ext cx="2983388" cy="490855"/>
          </a:xfrm>
          <a:prstGeom prst="rect">
            <a:avLst/>
          </a:prstGeom>
        </p:spPr>
        <p:txBody>
          <a:bodyPr anchor="t" rtlCol="false" tIns="0" lIns="0" bIns="0" rIns="0">
            <a:spAutoFit/>
          </a:bodyPr>
          <a:lstStyle/>
          <a:p>
            <a:pPr algn="r">
              <a:lnSpc>
                <a:spcPts val="3919"/>
              </a:lnSpc>
            </a:pPr>
            <a:r>
              <a:rPr lang="en-US" sz="2799">
                <a:solidFill>
                  <a:srgbClr val="2D2D2D"/>
                </a:solidFill>
                <a:latin typeface="Open Sauce"/>
                <a:ea typeface="Open Sauce"/>
                <a:cs typeface="Open Sauce"/>
                <a:sym typeface="Open Sauce"/>
              </a:rPr>
              <a:t>5</a:t>
            </a:r>
          </a:p>
        </p:txBody>
      </p:sp>
      <p:sp>
        <p:nvSpPr>
          <p:cNvPr name="TextBox 15" id="15"/>
          <p:cNvSpPr txBox="true"/>
          <p:nvPr/>
        </p:nvSpPr>
        <p:spPr>
          <a:xfrm rot="0">
            <a:off x="12541794" y="5804642"/>
            <a:ext cx="2983388" cy="490855"/>
          </a:xfrm>
          <a:prstGeom prst="rect">
            <a:avLst/>
          </a:prstGeom>
        </p:spPr>
        <p:txBody>
          <a:bodyPr anchor="t" rtlCol="false" tIns="0" lIns="0" bIns="0" rIns="0">
            <a:spAutoFit/>
          </a:bodyPr>
          <a:lstStyle/>
          <a:p>
            <a:pPr algn="r">
              <a:lnSpc>
                <a:spcPts val="3919"/>
              </a:lnSpc>
            </a:pPr>
            <a:r>
              <a:rPr lang="en-US" sz="2799">
                <a:solidFill>
                  <a:srgbClr val="2D2D2D"/>
                </a:solidFill>
                <a:latin typeface="Open Sauce"/>
                <a:ea typeface="Open Sauce"/>
                <a:cs typeface="Open Sauce"/>
                <a:sym typeface="Open Sauce"/>
              </a:rPr>
              <a:t>6</a:t>
            </a:r>
          </a:p>
        </p:txBody>
      </p:sp>
      <p:sp>
        <p:nvSpPr>
          <p:cNvPr name="TextBox 16" id="16"/>
          <p:cNvSpPr txBox="true"/>
          <p:nvPr/>
        </p:nvSpPr>
        <p:spPr>
          <a:xfrm rot="0">
            <a:off x="12541794" y="6805827"/>
            <a:ext cx="2983388" cy="490855"/>
          </a:xfrm>
          <a:prstGeom prst="rect">
            <a:avLst/>
          </a:prstGeom>
        </p:spPr>
        <p:txBody>
          <a:bodyPr anchor="t" rtlCol="false" tIns="0" lIns="0" bIns="0" rIns="0">
            <a:spAutoFit/>
          </a:bodyPr>
          <a:lstStyle/>
          <a:p>
            <a:pPr algn="r">
              <a:lnSpc>
                <a:spcPts val="3919"/>
              </a:lnSpc>
            </a:pPr>
            <a:r>
              <a:rPr lang="en-US" sz="2799">
                <a:solidFill>
                  <a:srgbClr val="2D2D2D"/>
                </a:solidFill>
                <a:latin typeface="Open Sauce"/>
                <a:ea typeface="Open Sauce"/>
                <a:cs typeface="Open Sauce"/>
                <a:sym typeface="Open Sauce"/>
              </a:rPr>
              <a:t>7</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9F5F0"/>
        </a:solidFill>
      </p:bgPr>
    </p:bg>
    <p:spTree>
      <p:nvGrpSpPr>
        <p:cNvPr id="1" name=""/>
        <p:cNvGrpSpPr/>
        <p:nvPr/>
      </p:nvGrpSpPr>
      <p:grpSpPr>
        <a:xfrm>
          <a:off x="0" y="0"/>
          <a:ext cx="0" cy="0"/>
          <a:chOff x="0" y="0"/>
          <a:chExt cx="0" cy="0"/>
        </a:xfrm>
      </p:grpSpPr>
      <p:sp>
        <p:nvSpPr>
          <p:cNvPr name="Freeform 2" id="2"/>
          <p:cNvSpPr/>
          <p:nvPr/>
        </p:nvSpPr>
        <p:spPr>
          <a:xfrm flipH="false" flipV="false" rot="0">
            <a:off x="16484611" y="520046"/>
            <a:ext cx="1017308" cy="1017308"/>
          </a:xfrm>
          <a:custGeom>
            <a:avLst/>
            <a:gdLst/>
            <a:ahLst/>
            <a:cxnLst/>
            <a:rect r="r" b="b" t="t" l="l"/>
            <a:pathLst>
              <a:path h="1017308" w="1017308">
                <a:moveTo>
                  <a:pt x="0" y="0"/>
                </a:moveTo>
                <a:lnTo>
                  <a:pt x="1017308" y="0"/>
                </a:lnTo>
                <a:lnTo>
                  <a:pt x="1017308" y="1017308"/>
                </a:lnTo>
                <a:lnTo>
                  <a:pt x="0" y="101730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0" y="8988072"/>
            <a:ext cx="18288000" cy="1298928"/>
            <a:chOff x="0" y="0"/>
            <a:chExt cx="6671512" cy="473853"/>
          </a:xfrm>
        </p:grpSpPr>
        <p:sp>
          <p:nvSpPr>
            <p:cNvPr name="Freeform 4" id="4"/>
            <p:cNvSpPr/>
            <p:nvPr/>
          </p:nvSpPr>
          <p:spPr>
            <a:xfrm flipH="false" flipV="false" rot="0">
              <a:off x="0" y="0"/>
              <a:ext cx="6671512" cy="473852"/>
            </a:xfrm>
            <a:custGeom>
              <a:avLst/>
              <a:gdLst/>
              <a:ahLst/>
              <a:cxnLst/>
              <a:rect r="r" b="b" t="t" l="l"/>
              <a:pathLst>
                <a:path h="473852" w="6671512">
                  <a:moveTo>
                    <a:pt x="0" y="0"/>
                  </a:moveTo>
                  <a:lnTo>
                    <a:pt x="6671512" y="0"/>
                  </a:lnTo>
                  <a:lnTo>
                    <a:pt x="6671512" y="473852"/>
                  </a:lnTo>
                  <a:lnTo>
                    <a:pt x="0" y="473852"/>
                  </a:lnTo>
                  <a:close/>
                </a:path>
              </a:pathLst>
            </a:custGeom>
            <a:solidFill>
              <a:srgbClr val="196BDE"/>
            </a:solidFill>
          </p:spPr>
        </p:sp>
      </p:grpSp>
      <p:sp>
        <p:nvSpPr>
          <p:cNvPr name="TextBox 5" id="5"/>
          <p:cNvSpPr txBox="true"/>
          <p:nvPr/>
        </p:nvSpPr>
        <p:spPr>
          <a:xfrm rot="0">
            <a:off x="1028700" y="580073"/>
            <a:ext cx="8093157" cy="811530"/>
          </a:xfrm>
          <a:prstGeom prst="rect">
            <a:avLst/>
          </a:prstGeom>
        </p:spPr>
        <p:txBody>
          <a:bodyPr anchor="t" rtlCol="false" tIns="0" lIns="0" bIns="0" rIns="0">
            <a:spAutoFit/>
          </a:bodyPr>
          <a:lstStyle/>
          <a:p>
            <a:pPr algn="l">
              <a:lnSpc>
                <a:spcPts val="6719"/>
              </a:lnSpc>
            </a:pPr>
            <a:r>
              <a:rPr lang="en-US" sz="4800">
                <a:solidFill>
                  <a:srgbClr val="196BDE"/>
                </a:solidFill>
                <a:latin typeface="Open Sauce"/>
                <a:ea typeface="Open Sauce"/>
                <a:cs typeface="Open Sauce"/>
                <a:sym typeface="Open Sauce"/>
              </a:rPr>
              <a:t>Definition</a:t>
            </a:r>
          </a:p>
        </p:txBody>
      </p:sp>
      <p:sp>
        <p:nvSpPr>
          <p:cNvPr name="TextBox 6" id="6"/>
          <p:cNvSpPr txBox="true"/>
          <p:nvPr/>
        </p:nvSpPr>
        <p:spPr>
          <a:xfrm rot="0">
            <a:off x="12902480" y="9358771"/>
            <a:ext cx="4356820" cy="490855"/>
          </a:xfrm>
          <a:prstGeom prst="rect">
            <a:avLst/>
          </a:prstGeom>
        </p:spPr>
        <p:txBody>
          <a:bodyPr anchor="t" rtlCol="false" tIns="0" lIns="0" bIns="0" rIns="0">
            <a:spAutoFit/>
          </a:bodyPr>
          <a:lstStyle/>
          <a:p>
            <a:pPr algn="r">
              <a:lnSpc>
                <a:spcPts val="3919"/>
              </a:lnSpc>
            </a:pPr>
            <a:r>
              <a:rPr lang="en-US" sz="2799">
                <a:solidFill>
                  <a:srgbClr val="F9F5F0"/>
                </a:solidFill>
                <a:latin typeface="Open Sauce"/>
                <a:ea typeface="Open Sauce"/>
                <a:cs typeface="Open Sauce"/>
                <a:sym typeface="Open Sauce"/>
              </a:rPr>
              <a:t>3</a:t>
            </a:r>
          </a:p>
        </p:txBody>
      </p:sp>
      <p:sp>
        <p:nvSpPr>
          <p:cNvPr name="TextBox 7" id="7"/>
          <p:cNvSpPr txBox="true"/>
          <p:nvPr/>
        </p:nvSpPr>
        <p:spPr>
          <a:xfrm rot="0">
            <a:off x="626500" y="2789884"/>
            <a:ext cx="7170656" cy="3343910"/>
          </a:xfrm>
          <a:prstGeom prst="rect">
            <a:avLst/>
          </a:prstGeom>
        </p:spPr>
        <p:txBody>
          <a:bodyPr anchor="t" rtlCol="false" tIns="0" lIns="0" bIns="0" rIns="0">
            <a:spAutoFit/>
          </a:bodyPr>
          <a:lstStyle/>
          <a:p>
            <a:pPr algn="just">
              <a:lnSpc>
                <a:spcPts val="4479"/>
              </a:lnSpc>
            </a:pPr>
            <a:r>
              <a:rPr lang="en-US" sz="2799">
                <a:solidFill>
                  <a:srgbClr val="2D2D2D"/>
                </a:solidFill>
                <a:latin typeface="Open Sauce"/>
                <a:ea typeface="Open Sauce"/>
                <a:cs typeface="Open Sauce"/>
                <a:sym typeface="Open Sauce"/>
              </a:rPr>
              <a:t>Duis aute irure dolor in reprehenderit in voluptate velit esse cillum dolore eu fugiat nulla pariatur. Excepteur sint occaecat cupidatat non proident, sunt in culpa qui officia deserunt mollit anim id est laborum.</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9F5F0"/>
        </a:solidFill>
      </p:bgPr>
    </p:bg>
    <p:spTree>
      <p:nvGrpSpPr>
        <p:cNvPr id="1" name=""/>
        <p:cNvGrpSpPr/>
        <p:nvPr/>
      </p:nvGrpSpPr>
      <p:grpSpPr>
        <a:xfrm>
          <a:off x="0" y="0"/>
          <a:ext cx="0" cy="0"/>
          <a:chOff x="0" y="0"/>
          <a:chExt cx="0" cy="0"/>
        </a:xfrm>
      </p:grpSpPr>
      <p:grpSp>
        <p:nvGrpSpPr>
          <p:cNvPr name="Group 2" id="2"/>
          <p:cNvGrpSpPr/>
          <p:nvPr/>
        </p:nvGrpSpPr>
        <p:grpSpPr>
          <a:xfrm rot="0">
            <a:off x="0" y="8988072"/>
            <a:ext cx="18288000" cy="1298928"/>
            <a:chOff x="0" y="0"/>
            <a:chExt cx="6671512" cy="473853"/>
          </a:xfrm>
        </p:grpSpPr>
        <p:sp>
          <p:nvSpPr>
            <p:cNvPr name="Freeform 3" id="3"/>
            <p:cNvSpPr/>
            <p:nvPr/>
          </p:nvSpPr>
          <p:spPr>
            <a:xfrm flipH="false" flipV="false" rot="0">
              <a:off x="0" y="0"/>
              <a:ext cx="6671512" cy="473852"/>
            </a:xfrm>
            <a:custGeom>
              <a:avLst/>
              <a:gdLst/>
              <a:ahLst/>
              <a:cxnLst/>
              <a:rect r="r" b="b" t="t" l="l"/>
              <a:pathLst>
                <a:path h="473852" w="6671512">
                  <a:moveTo>
                    <a:pt x="0" y="0"/>
                  </a:moveTo>
                  <a:lnTo>
                    <a:pt x="6671512" y="0"/>
                  </a:lnTo>
                  <a:lnTo>
                    <a:pt x="6671512" y="473852"/>
                  </a:lnTo>
                  <a:lnTo>
                    <a:pt x="0" y="473852"/>
                  </a:lnTo>
                  <a:close/>
                </a:path>
              </a:pathLst>
            </a:custGeom>
            <a:solidFill>
              <a:srgbClr val="196BDE"/>
            </a:solidFill>
          </p:spPr>
        </p:sp>
      </p:grpSp>
      <p:sp>
        <p:nvSpPr>
          <p:cNvPr name="Freeform 4" id="4"/>
          <p:cNvSpPr/>
          <p:nvPr/>
        </p:nvSpPr>
        <p:spPr>
          <a:xfrm flipH="false" flipV="false" rot="0">
            <a:off x="16484611" y="520046"/>
            <a:ext cx="1017308" cy="1017308"/>
          </a:xfrm>
          <a:custGeom>
            <a:avLst/>
            <a:gdLst/>
            <a:ahLst/>
            <a:cxnLst/>
            <a:rect r="r" b="b" t="t" l="l"/>
            <a:pathLst>
              <a:path h="1017308" w="1017308">
                <a:moveTo>
                  <a:pt x="0" y="0"/>
                </a:moveTo>
                <a:lnTo>
                  <a:pt x="1017308" y="0"/>
                </a:lnTo>
                <a:lnTo>
                  <a:pt x="1017308" y="1017308"/>
                </a:lnTo>
                <a:lnTo>
                  <a:pt x="0" y="101730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1028700" y="2429146"/>
            <a:ext cx="1389001" cy="1639379"/>
          </a:xfrm>
          <a:custGeom>
            <a:avLst/>
            <a:gdLst/>
            <a:ahLst/>
            <a:cxnLst/>
            <a:rect r="r" b="b" t="t" l="l"/>
            <a:pathLst>
              <a:path h="1639379" w="1389001">
                <a:moveTo>
                  <a:pt x="0" y="0"/>
                </a:moveTo>
                <a:lnTo>
                  <a:pt x="1389001" y="0"/>
                </a:lnTo>
                <a:lnTo>
                  <a:pt x="1389001" y="1639379"/>
                </a:lnTo>
                <a:lnTo>
                  <a:pt x="0" y="1639379"/>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6948514" y="2429146"/>
            <a:ext cx="1350252" cy="1639379"/>
          </a:xfrm>
          <a:custGeom>
            <a:avLst/>
            <a:gdLst/>
            <a:ahLst/>
            <a:cxnLst/>
            <a:rect r="r" b="b" t="t" l="l"/>
            <a:pathLst>
              <a:path h="1639379" w="1350252">
                <a:moveTo>
                  <a:pt x="0" y="0"/>
                </a:moveTo>
                <a:lnTo>
                  <a:pt x="1350252" y="0"/>
                </a:lnTo>
                <a:lnTo>
                  <a:pt x="1350252" y="1639379"/>
                </a:lnTo>
                <a:lnTo>
                  <a:pt x="0" y="163937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2912613" y="2429146"/>
            <a:ext cx="1436692" cy="1639379"/>
          </a:xfrm>
          <a:custGeom>
            <a:avLst/>
            <a:gdLst/>
            <a:ahLst/>
            <a:cxnLst/>
            <a:rect r="r" b="b" t="t" l="l"/>
            <a:pathLst>
              <a:path h="1639379" w="1436692">
                <a:moveTo>
                  <a:pt x="0" y="0"/>
                </a:moveTo>
                <a:lnTo>
                  <a:pt x="1436692" y="0"/>
                </a:lnTo>
                <a:lnTo>
                  <a:pt x="1436692" y="1639379"/>
                </a:lnTo>
                <a:lnTo>
                  <a:pt x="0" y="1639379"/>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8" id="8"/>
          <p:cNvSpPr txBox="true"/>
          <p:nvPr/>
        </p:nvSpPr>
        <p:spPr>
          <a:xfrm rot="0">
            <a:off x="1028700" y="580073"/>
            <a:ext cx="8093157" cy="811530"/>
          </a:xfrm>
          <a:prstGeom prst="rect">
            <a:avLst/>
          </a:prstGeom>
        </p:spPr>
        <p:txBody>
          <a:bodyPr anchor="t" rtlCol="false" tIns="0" lIns="0" bIns="0" rIns="0">
            <a:spAutoFit/>
          </a:bodyPr>
          <a:lstStyle/>
          <a:p>
            <a:pPr algn="l">
              <a:lnSpc>
                <a:spcPts val="6719"/>
              </a:lnSpc>
            </a:pPr>
            <a:r>
              <a:rPr lang="en-US" sz="4800">
                <a:solidFill>
                  <a:srgbClr val="196BDE"/>
                </a:solidFill>
                <a:latin typeface="Open Sauce"/>
                <a:ea typeface="Open Sauce"/>
                <a:cs typeface="Open Sauce"/>
                <a:sym typeface="Open Sauce"/>
              </a:rPr>
              <a:t>Types</a:t>
            </a:r>
          </a:p>
        </p:txBody>
      </p:sp>
      <p:sp>
        <p:nvSpPr>
          <p:cNvPr name="TextBox 9" id="9"/>
          <p:cNvSpPr txBox="true"/>
          <p:nvPr/>
        </p:nvSpPr>
        <p:spPr>
          <a:xfrm rot="0">
            <a:off x="12902480" y="9358771"/>
            <a:ext cx="4356820" cy="490855"/>
          </a:xfrm>
          <a:prstGeom prst="rect">
            <a:avLst/>
          </a:prstGeom>
        </p:spPr>
        <p:txBody>
          <a:bodyPr anchor="t" rtlCol="false" tIns="0" lIns="0" bIns="0" rIns="0">
            <a:spAutoFit/>
          </a:bodyPr>
          <a:lstStyle/>
          <a:p>
            <a:pPr algn="r">
              <a:lnSpc>
                <a:spcPts val="3919"/>
              </a:lnSpc>
            </a:pPr>
            <a:r>
              <a:rPr lang="en-US" sz="2799">
                <a:solidFill>
                  <a:srgbClr val="F9F5F0"/>
                </a:solidFill>
                <a:latin typeface="Open Sauce"/>
                <a:ea typeface="Open Sauce"/>
                <a:cs typeface="Open Sauce"/>
                <a:sym typeface="Open Sauce"/>
              </a:rPr>
              <a:t>4</a:t>
            </a:r>
          </a:p>
        </p:txBody>
      </p:sp>
      <p:sp>
        <p:nvSpPr>
          <p:cNvPr name="TextBox 10" id="10"/>
          <p:cNvSpPr txBox="true"/>
          <p:nvPr/>
        </p:nvSpPr>
        <p:spPr>
          <a:xfrm rot="0">
            <a:off x="1028700" y="5182535"/>
            <a:ext cx="4346687" cy="3343910"/>
          </a:xfrm>
          <a:prstGeom prst="rect">
            <a:avLst/>
          </a:prstGeom>
        </p:spPr>
        <p:txBody>
          <a:bodyPr anchor="t" rtlCol="false" tIns="0" lIns="0" bIns="0" rIns="0">
            <a:spAutoFit/>
          </a:bodyPr>
          <a:lstStyle/>
          <a:p>
            <a:pPr algn="just">
              <a:lnSpc>
                <a:spcPts val="4479"/>
              </a:lnSpc>
            </a:pPr>
            <a:r>
              <a:rPr lang="en-US" sz="2799">
                <a:solidFill>
                  <a:srgbClr val="2D2D2D"/>
                </a:solidFill>
                <a:latin typeface="Open Sauce"/>
                <a:ea typeface="Open Sauce"/>
                <a:cs typeface="Open Sauce"/>
                <a:sym typeface="Open Sauce"/>
              </a:rPr>
              <a:t>Lorem ipsum dolor sit amet, consectetur adipiscing elit, sed do eiusmod tempor incididunt ut labore et dolore magna aliqua.</a:t>
            </a:r>
          </a:p>
        </p:txBody>
      </p:sp>
      <p:sp>
        <p:nvSpPr>
          <p:cNvPr name="TextBox 11" id="11"/>
          <p:cNvSpPr txBox="true"/>
          <p:nvPr/>
        </p:nvSpPr>
        <p:spPr>
          <a:xfrm rot="0">
            <a:off x="12912613" y="5182535"/>
            <a:ext cx="4346687" cy="2781935"/>
          </a:xfrm>
          <a:prstGeom prst="rect">
            <a:avLst/>
          </a:prstGeom>
        </p:spPr>
        <p:txBody>
          <a:bodyPr anchor="t" rtlCol="false" tIns="0" lIns="0" bIns="0" rIns="0">
            <a:spAutoFit/>
          </a:bodyPr>
          <a:lstStyle/>
          <a:p>
            <a:pPr algn="just">
              <a:lnSpc>
                <a:spcPts val="4479"/>
              </a:lnSpc>
            </a:pPr>
            <a:r>
              <a:rPr lang="en-US" sz="2799">
                <a:solidFill>
                  <a:srgbClr val="2D2D2D"/>
                </a:solidFill>
                <a:latin typeface="Open Sauce"/>
                <a:ea typeface="Open Sauce"/>
                <a:cs typeface="Open Sauce"/>
                <a:sym typeface="Open Sauce"/>
              </a:rPr>
              <a:t>Duis aute irure dolor in reprehenderit in voluptate velit esse cillum dolore eu fugiat nulla pariatur.</a:t>
            </a:r>
          </a:p>
        </p:txBody>
      </p:sp>
      <p:sp>
        <p:nvSpPr>
          <p:cNvPr name="TextBox 12" id="12"/>
          <p:cNvSpPr txBox="true"/>
          <p:nvPr/>
        </p:nvSpPr>
        <p:spPr>
          <a:xfrm rot="0">
            <a:off x="6948514" y="5182535"/>
            <a:ext cx="4346687" cy="2781935"/>
          </a:xfrm>
          <a:prstGeom prst="rect">
            <a:avLst/>
          </a:prstGeom>
        </p:spPr>
        <p:txBody>
          <a:bodyPr anchor="t" rtlCol="false" tIns="0" lIns="0" bIns="0" rIns="0">
            <a:spAutoFit/>
          </a:bodyPr>
          <a:lstStyle/>
          <a:p>
            <a:pPr algn="just">
              <a:lnSpc>
                <a:spcPts val="4479"/>
              </a:lnSpc>
            </a:pPr>
            <a:r>
              <a:rPr lang="en-US" sz="2799">
                <a:solidFill>
                  <a:srgbClr val="2D2D2D"/>
                </a:solidFill>
                <a:latin typeface="Open Sauce"/>
                <a:ea typeface="Open Sauce"/>
                <a:cs typeface="Open Sauce"/>
                <a:sym typeface="Open Sauce"/>
              </a:rPr>
              <a:t>Ut enim ad minim veniam, quis nostrud exercitation ullamco laboris nisi ut aliquip ex ea commodo consequat.</a:t>
            </a:r>
          </a:p>
        </p:txBody>
      </p:sp>
      <p:sp>
        <p:nvSpPr>
          <p:cNvPr name="TextBox 13" id="13"/>
          <p:cNvSpPr txBox="true"/>
          <p:nvPr/>
        </p:nvSpPr>
        <p:spPr>
          <a:xfrm rot="0">
            <a:off x="1028700" y="4180522"/>
            <a:ext cx="3813972" cy="744855"/>
          </a:xfrm>
          <a:prstGeom prst="rect">
            <a:avLst/>
          </a:prstGeom>
        </p:spPr>
        <p:txBody>
          <a:bodyPr anchor="t" rtlCol="false" tIns="0" lIns="0" bIns="0" rIns="0">
            <a:spAutoFit/>
          </a:bodyPr>
          <a:lstStyle/>
          <a:p>
            <a:pPr algn="l">
              <a:lnSpc>
                <a:spcPts val="6480"/>
              </a:lnSpc>
            </a:pPr>
            <a:r>
              <a:rPr lang="en-US" sz="3600">
                <a:solidFill>
                  <a:srgbClr val="2D2D2D"/>
                </a:solidFill>
                <a:latin typeface="Open Sauce"/>
                <a:ea typeface="Open Sauce"/>
                <a:cs typeface="Open Sauce"/>
                <a:sym typeface="Open Sauce"/>
              </a:rPr>
              <a:t>Name</a:t>
            </a:r>
          </a:p>
        </p:txBody>
      </p:sp>
      <p:sp>
        <p:nvSpPr>
          <p:cNvPr name="TextBox 14" id="14"/>
          <p:cNvSpPr txBox="true"/>
          <p:nvPr/>
        </p:nvSpPr>
        <p:spPr>
          <a:xfrm rot="0">
            <a:off x="6948514" y="4180522"/>
            <a:ext cx="3813972" cy="744855"/>
          </a:xfrm>
          <a:prstGeom prst="rect">
            <a:avLst/>
          </a:prstGeom>
        </p:spPr>
        <p:txBody>
          <a:bodyPr anchor="t" rtlCol="false" tIns="0" lIns="0" bIns="0" rIns="0">
            <a:spAutoFit/>
          </a:bodyPr>
          <a:lstStyle/>
          <a:p>
            <a:pPr algn="l">
              <a:lnSpc>
                <a:spcPts val="6480"/>
              </a:lnSpc>
            </a:pPr>
            <a:r>
              <a:rPr lang="en-US" sz="3600">
                <a:solidFill>
                  <a:srgbClr val="2D2D2D"/>
                </a:solidFill>
                <a:latin typeface="Open Sauce"/>
                <a:ea typeface="Open Sauce"/>
                <a:cs typeface="Open Sauce"/>
                <a:sym typeface="Open Sauce"/>
              </a:rPr>
              <a:t>Name</a:t>
            </a:r>
          </a:p>
        </p:txBody>
      </p:sp>
      <p:sp>
        <p:nvSpPr>
          <p:cNvPr name="TextBox 15" id="15"/>
          <p:cNvSpPr txBox="true"/>
          <p:nvPr/>
        </p:nvSpPr>
        <p:spPr>
          <a:xfrm rot="0">
            <a:off x="12912613" y="4180522"/>
            <a:ext cx="3813972" cy="744855"/>
          </a:xfrm>
          <a:prstGeom prst="rect">
            <a:avLst/>
          </a:prstGeom>
        </p:spPr>
        <p:txBody>
          <a:bodyPr anchor="t" rtlCol="false" tIns="0" lIns="0" bIns="0" rIns="0">
            <a:spAutoFit/>
          </a:bodyPr>
          <a:lstStyle/>
          <a:p>
            <a:pPr algn="l">
              <a:lnSpc>
                <a:spcPts val="6480"/>
              </a:lnSpc>
            </a:pPr>
            <a:r>
              <a:rPr lang="en-US" sz="3600">
                <a:solidFill>
                  <a:srgbClr val="2D2D2D"/>
                </a:solidFill>
                <a:latin typeface="Open Sauce"/>
                <a:ea typeface="Open Sauce"/>
                <a:cs typeface="Open Sauce"/>
                <a:sym typeface="Open Sauce"/>
              </a:rPr>
              <a:t>Name</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9F5F0"/>
        </a:solidFill>
      </p:bgPr>
    </p:bg>
    <p:spTree>
      <p:nvGrpSpPr>
        <p:cNvPr id="1" name=""/>
        <p:cNvGrpSpPr/>
        <p:nvPr/>
      </p:nvGrpSpPr>
      <p:grpSpPr>
        <a:xfrm>
          <a:off x="0" y="0"/>
          <a:ext cx="0" cy="0"/>
          <a:chOff x="0" y="0"/>
          <a:chExt cx="0" cy="0"/>
        </a:xfrm>
      </p:grpSpPr>
      <p:sp>
        <p:nvSpPr>
          <p:cNvPr name="Freeform 2" id="2"/>
          <p:cNvSpPr/>
          <p:nvPr/>
        </p:nvSpPr>
        <p:spPr>
          <a:xfrm flipH="false" flipV="false" rot="0">
            <a:off x="16484611" y="520046"/>
            <a:ext cx="1017308" cy="1017308"/>
          </a:xfrm>
          <a:custGeom>
            <a:avLst/>
            <a:gdLst/>
            <a:ahLst/>
            <a:cxnLst/>
            <a:rect r="r" b="b" t="t" l="l"/>
            <a:pathLst>
              <a:path h="1017308" w="1017308">
                <a:moveTo>
                  <a:pt x="0" y="0"/>
                </a:moveTo>
                <a:lnTo>
                  <a:pt x="1017308" y="0"/>
                </a:lnTo>
                <a:lnTo>
                  <a:pt x="1017308" y="1017308"/>
                </a:lnTo>
                <a:lnTo>
                  <a:pt x="0" y="101730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1400731" y="2297665"/>
            <a:ext cx="5592534" cy="7989335"/>
          </a:xfrm>
          <a:custGeom>
            <a:avLst/>
            <a:gdLst/>
            <a:ahLst/>
            <a:cxnLst/>
            <a:rect r="r" b="b" t="t" l="l"/>
            <a:pathLst>
              <a:path h="7989335" w="5592534">
                <a:moveTo>
                  <a:pt x="0" y="0"/>
                </a:moveTo>
                <a:lnTo>
                  <a:pt x="5592534" y="0"/>
                </a:lnTo>
                <a:lnTo>
                  <a:pt x="5592534" y="7989335"/>
                </a:lnTo>
                <a:lnTo>
                  <a:pt x="0" y="798933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4" id="4"/>
          <p:cNvGrpSpPr/>
          <p:nvPr/>
        </p:nvGrpSpPr>
        <p:grpSpPr>
          <a:xfrm rot="0">
            <a:off x="0" y="8988072"/>
            <a:ext cx="18288000" cy="1298928"/>
            <a:chOff x="0" y="0"/>
            <a:chExt cx="6671512" cy="473853"/>
          </a:xfrm>
        </p:grpSpPr>
        <p:sp>
          <p:nvSpPr>
            <p:cNvPr name="Freeform 5" id="5"/>
            <p:cNvSpPr/>
            <p:nvPr/>
          </p:nvSpPr>
          <p:spPr>
            <a:xfrm flipH="false" flipV="false" rot="0">
              <a:off x="0" y="0"/>
              <a:ext cx="6671512" cy="473852"/>
            </a:xfrm>
            <a:custGeom>
              <a:avLst/>
              <a:gdLst/>
              <a:ahLst/>
              <a:cxnLst/>
              <a:rect r="r" b="b" t="t" l="l"/>
              <a:pathLst>
                <a:path h="473852" w="6671512">
                  <a:moveTo>
                    <a:pt x="0" y="0"/>
                  </a:moveTo>
                  <a:lnTo>
                    <a:pt x="6671512" y="0"/>
                  </a:lnTo>
                  <a:lnTo>
                    <a:pt x="6671512" y="473852"/>
                  </a:lnTo>
                  <a:lnTo>
                    <a:pt x="0" y="473852"/>
                  </a:lnTo>
                  <a:close/>
                </a:path>
              </a:pathLst>
            </a:custGeom>
            <a:solidFill>
              <a:srgbClr val="196BDE"/>
            </a:solidFill>
          </p:spPr>
        </p:sp>
      </p:grpSp>
      <p:sp>
        <p:nvSpPr>
          <p:cNvPr name="TextBox 6" id="6"/>
          <p:cNvSpPr txBox="true"/>
          <p:nvPr/>
        </p:nvSpPr>
        <p:spPr>
          <a:xfrm rot="0">
            <a:off x="1028700" y="580073"/>
            <a:ext cx="8093157" cy="811530"/>
          </a:xfrm>
          <a:prstGeom prst="rect">
            <a:avLst/>
          </a:prstGeom>
        </p:spPr>
        <p:txBody>
          <a:bodyPr anchor="t" rtlCol="false" tIns="0" lIns="0" bIns="0" rIns="0">
            <a:spAutoFit/>
          </a:bodyPr>
          <a:lstStyle/>
          <a:p>
            <a:pPr algn="l">
              <a:lnSpc>
                <a:spcPts val="6719"/>
              </a:lnSpc>
            </a:pPr>
            <a:r>
              <a:rPr lang="en-US" sz="4800">
                <a:solidFill>
                  <a:srgbClr val="196BDE"/>
                </a:solidFill>
                <a:latin typeface="Open Sauce"/>
                <a:ea typeface="Open Sauce"/>
                <a:cs typeface="Open Sauce"/>
                <a:sym typeface="Open Sauce"/>
              </a:rPr>
              <a:t>Purposes</a:t>
            </a:r>
          </a:p>
        </p:txBody>
      </p:sp>
      <p:sp>
        <p:nvSpPr>
          <p:cNvPr name="TextBox 7" id="7"/>
          <p:cNvSpPr txBox="true"/>
          <p:nvPr/>
        </p:nvSpPr>
        <p:spPr>
          <a:xfrm rot="0">
            <a:off x="12902480" y="9358771"/>
            <a:ext cx="4356820" cy="490855"/>
          </a:xfrm>
          <a:prstGeom prst="rect">
            <a:avLst/>
          </a:prstGeom>
        </p:spPr>
        <p:txBody>
          <a:bodyPr anchor="t" rtlCol="false" tIns="0" lIns="0" bIns="0" rIns="0">
            <a:spAutoFit/>
          </a:bodyPr>
          <a:lstStyle/>
          <a:p>
            <a:pPr algn="r">
              <a:lnSpc>
                <a:spcPts val="3919"/>
              </a:lnSpc>
            </a:pPr>
            <a:r>
              <a:rPr lang="en-US" sz="2799">
                <a:solidFill>
                  <a:srgbClr val="F9F5F0"/>
                </a:solidFill>
                <a:latin typeface="Open Sauce"/>
                <a:ea typeface="Open Sauce"/>
                <a:cs typeface="Open Sauce"/>
                <a:sym typeface="Open Sauce"/>
              </a:rPr>
              <a:t>5</a:t>
            </a:r>
          </a:p>
        </p:txBody>
      </p:sp>
      <p:sp>
        <p:nvSpPr>
          <p:cNvPr name="TextBox 8" id="8"/>
          <p:cNvSpPr txBox="true"/>
          <p:nvPr/>
        </p:nvSpPr>
        <p:spPr>
          <a:xfrm rot="0">
            <a:off x="1028700" y="2753463"/>
            <a:ext cx="9382758" cy="5029835"/>
          </a:xfrm>
          <a:prstGeom prst="rect">
            <a:avLst/>
          </a:prstGeom>
        </p:spPr>
        <p:txBody>
          <a:bodyPr anchor="t" rtlCol="false" tIns="0" lIns="0" bIns="0" rIns="0">
            <a:spAutoFit/>
          </a:bodyPr>
          <a:lstStyle/>
          <a:p>
            <a:pPr algn="just">
              <a:lnSpc>
                <a:spcPts val="4479"/>
              </a:lnSpc>
            </a:pPr>
            <a:r>
              <a:rPr lang="en-US" sz="2799">
                <a:solidFill>
                  <a:srgbClr val="2D2D2D"/>
                </a:solidFill>
                <a:latin typeface="Open Sauce"/>
                <a:ea typeface="Open Sauce"/>
                <a:cs typeface="Open Sauce"/>
                <a:sym typeface="Open Sauce"/>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9F5F0"/>
        </a:solidFill>
      </p:bgPr>
    </p:bg>
    <p:spTree>
      <p:nvGrpSpPr>
        <p:cNvPr id="1" name=""/>
        <p:cNvGrpSpPr/>
        <p:nvPr/>
      </p:nvGrpSpPr>
      <p:grpSpPr>
        <a:xfrm>
          <a:off x="0" y="0"/>
          <a:ext cx="0" cy="0"/>
          <a:chOff x="0" y="0"/>
          <a:chExt cx="0" cy="0"/>
        </a:xfrm>
      </p:grpSpPr>
      <p:grpSp>
        <p:nvGrpSpPr>
          <p:cNvPr name="Group 2" id="2"/>
          <p:cNvGrpSpPr/>
          <p:nvPr/>
        </p:nvGrpSpPr>
        <p:grpSpPr>
          <a:xfrm rot="0">
            <a:off x="0" y="8988072"/>
            <a:ext cx="18288000" cy="1298928"/>
            <a:chOff x="0" y="0"/>
            <a:chExt cx="6671512" cy="473853"/>
          </a:xfrm>
        </p:grpSpPr>
        <p:sp>
          <p:nvSpPr>
            <p:cNvPr name="Freeform 3" id="3"/>
            <p:cNvSpPr/>
            <p:nvPr/>
          </p:nvSpPr>
          <p:spPr>
            <a:xfrm flipH="false" flipV="false" rot="0">
              <a:off x="0" y="0"/>
              <a:ext cx="6671512" cy="473852"/>
            </a:xfrm>
            <a:custGeom>
              <a:avLst/>
              <a:gdLst/>
              <a:ahLst/>
              <a:cxnLst/>
              <a:rect r="r" b="b" t="t" l="l"/>
              <a:pathLst>
                <a:path h="473852" w="6671512">
                  <a:moveTo>
                    <a:pt x="0" y="0"/>
                  </a:moveTo>
                  <a:lnTo>
                    <a:pt x="6671512" y="0"/>
                  </a:lnTo>
                  <a:lnTo>
                    <a:pt x="6671512" y="473852"/>
                  </a:lnTo>
                  <a:lnTo>
                    <a:pt x="0" y="473852"/>
                  </a:lnTo>
                  <a:close/>
                </a:path>
              </a:pathLst>
            </a:custGeom>
            <a:solidFill>
              <a:srgbClr val="196BDE"/>
            </a:solidFill>
          </p:spPr>
        </p:sp>
      </p:grpSp>
      <p:sp>
        <p:nvSpPr>
          <p:cNvPr name="Freeform 4" id="4"/>
          <p:cNvSpPr/>
          <p:nvPr/>
        </p:nvSpPr>
        <p:spPr>
          <a:xfrm flipH="false" flipV="false" rot="0">
            <a:off x="16484611" y="520046"/>
            <a:ext cx="1017308" cy="1017308"/>
          </a:xfrm>
          <a:custGeom>
            <a:avLst/>
            <a:gdLst/>
            <a:ahLst/>
            <a:cxnLst/>
            <a:rect r="r" b="b" t="t" l="l"/>
            <a:pathLst>
              <a:path h="1017308" w="1017308">
                <a:moveTo>
                  <a:pt x="0" y="0"/>
                </a:moveTo>
                <a:lnTo>
                  <a:pt x="1017308" y="0"/>
                </a:lnTo>
                <a:lnTo>
                  <a:pt x="1017308" y="1017308"/>
                </a:lnTo>
                <a:lnTo>
                  <a:pt x="0" y="101730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1028700" y="2684572"/>
            <a:ext cx="7315200" cy="1843372"/>
          </a:xfrm>
          <a:custGeom>
            <a:avLst/>
            <a:gdLst/>
            <a:ahLst/>
            <a:cxnLst/>
            <a:rect r="r" b="b" t="t" l="l"/>
            <a:pathLst>
              <a:path h="1843372" w="7315200">
                <a:moveTo>
                  <a:pt x="0" y="0"/>
                </a:moveTo>
                <a:lnTo>
                  <a:pt x="7315200" y="0"/>
                </a:lnTo>
                <a:lnTo>
                  <a:pt x="7315200" y="1843373"/>
                </a:lnTo>
                <a:lnTo>
                  <a:pt x="0" y="184337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1028700" y="4994943"/>
            <a:ext cx="7315200" cy="1836115"/>
          </a:xfrm>
          <a:custGeom>
            <a:avLst/>
            <a:gdLst/>
            <a:ahLst/>
            <a:cxnLst/>
            <a:rect r="r" b="b" t="t" l="l"/>
            <a:pathLst>
              <a:path h="1836115" w="7315200">
                <a:moveTo>
                  <a:pt x="0" y="0"/>
                </a:moveTo>
                <a:lnTo>
                  <a:pt x="7315200" y="0"/>
                </a:lnTo>
                <a:lnTo>
                  <a:pt x="7315200" y="1836115"/>
                </a:lnTo>
                <a:lnTo>
                  <a:pt x="0" y="183611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0">
            <a:off x="1028700" y="580073"/>
            <a:ext cx="8093157" cy="811530"/>
          </a:xfrm>
          <a:prstGeom prst="rect">
            <a:avLst/>
          </a:prstGeom>
        </p:spPr>
        <p:txBody>
          <a:bodyPr anchor="t" rtlCol="false" tIns="0" lIns="0" bIns="0" rIns="0">
            <a:spAutoFit/>
          </a:bodyPr>
          <a:lstStyle/>
          <a:p>
            <a:pPr algn="l">
              <a:lnSpc>
                <a:spcPts val="6719"/>
              </a:lnSpc>
            </a:pPr>
            <a:r>
              <a:rPr lang="en-US" sz="4800">
                <a:solidFill>
                  <a:srgbClr val="196BDE"/>
                </a:solidFill>
                <a:latin typeface="Open Sauce"/>
                <a:ea typeface="Open Sauce"/>
                <a:cs typeface="Open Sauce"/>
                <a:sym typeface="Open Sauce"/>
              </a:rPr>
              <a:t>Technique</a:t>
            </a:r>
          </a:p>
        </p:txBody>
      </p:sp>
      <p:sp>
        <p:nvSpPr>
          <p:cNvPr name="TextBox 8" id="8"/>
          <p:cNvSpPr txBox="true"/>
          <p:nvPr/>
        </p:nvSpPr>
        <p:spPr>
          <a:xfrm rot="0">
            <a:off x="12902480" y="9358771"/>
            <a:ext cx="4356820" cy="490855"/>
          </a:xfrm>
          <a:prstGeom prst="rect">
            <a:avLst/>
          </a:prstGeom>
        </p:spPr>
        <p:txBody>
          <a:bodyPr anchor="t" rtlCol="false" tIns="0" lIns="0" bIns="0" rIns="0">
            <a:spAutoFit/>
          </a:bodyPr>
          <a:lstStyle/>
          <a:p>
            <a:pPr algn="r">
              <a:lnSpc>
                <a:spcPts val="3919"/>
              </a:lnSpc>
            </a:pPr>
            <a:r>
              <a:rPr lang="en-US" sz="2799">
                <a:solidFill>
                  <a:srgbClr val="F9F5F0"/>
                </a:solidFill>
                <a:latin typeface="Open Sauce"/>
                <a:ea typeface="Open Sauce"/>
                <a:cs typeface="Open Sauce"/>
                <a:sym typeface="Open Sauce"/>
              </a:rPr>
              <a:t>6</a:t>
            </a:r>
          </a:p>
        </p:txBody>
      </p:sp>
      <p:sp>
        <p:nvSpPr>
          <p:cNvPr name="TextBox 9" id="9"/>
          <p:cNvSpPr txBox="true"/>
          <p:nvPr/>
        </p:nvSpPr>
        <p:spPr>
          <a:xfrm rot="0">
            <a:off x="9144000" y="2422875"/>
            <a:ext cx="8357919" cy="5591810"/>
          </a:xfrm>
          <a:prstGeom prst="rect">
            <a:avLst/>
          </a:prstGeom>
        </p:spPr>
        <p:txBody>
          <a:bodyPr anchor="t" rtlCol="false" tIns="0" lIns="0" bIns="0" rIns="0">
            <a:spAutoFit/>
          </a:bodyPr>
          <a:lstStyle/>
          <a:p>
            <a:pPr algn="just">
              <a:lnSpc>
                <a:spcPts val="4479"/>
              </a:lnSpc>
            </a:pPr>
            <a:r>
              <a:rPr lang="en-US" sz="2799">
                <a:solidFill>
                  <a:srgbClr val="2D2D2D"/>
                </a:solidFill>
                <a:latin typeface="Open Sauce"/>
                <a:ea typeface="Open Sauce"/>
                <a:cs typeface="Open Sauce"/>
                <a:sym typeface="Open Sauce"/>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9F5F0"/>
        </a:solidFill>
      </p:bgPr>
    </p:bg>
    <p:spTree>
      <p:nvGrpSpPr>
        <p:cNvPr id="1" name=""/>
        <p:cNvGrpSpPr/>
        <p:nvPr/>
      </p:nvGrpSpPr>
      <p:grpSpPr>
        <a:xfrm>
          <a:off x="0" y="0"/>
          <a:ext cx="0" cy="0"/>
          <a:chOff x="0" y="0"/>
          <a:chExt cx="0" cy="0"/>
        </a:xfrm>
      </p:grpSpPr>
      <p:grpSp>
        <p:nvGrpSpPr>
          <p:cNvPr name="Group 2" id="2"/>
          <p:cNvGrpSpPr/>
          <p:nvPr/>
        </p:nvGrpSpPr>
        <p:grpSpPr>
          <a:xfrm rot="0">
            <a:off x="0" y="8988072"/>
            <a:ext cx="18288000" cy="1298928"/>
            <a:chOff x="0" y="0"/>
            <a:chExt cx="6671512" cy="473853"/>
          </a:xfrm>
        </p:grpSpPr>
        <p:sp>
          <p:nvSpPr>
            <p:cNvPr name="Freeform 3" id="3"/>
            <p:cNvSpPr/>
            <p:nvPr/>
          </p:nvSpPr>
          <p:spPr>
            <a:xfrm flipH="false" flipV="false" rot="0">
              <a:off x="0" y="0"/>
              <a:ext cx="6671512" cy="473852"/>
            </a:xfrm>
            <a:custGeom>
              <a:avLst/>
              <a:gdLst/>
              <a:ahLst/>
              <a:cxnLst/>
              <a:rect r="r" b="b" t="t" l="l"/>
              <a:pathLst>
                <a:path h="473852" w="6671512">
                  <a:moveTo>
                    <a:pt x="0" y="0"/>
                  </a:moveTo>
                  <a:lnTo>
                    <a:pt x="6671512" y="0"/>
                  </a:lnTo>
                  <a:lnTo>
                    <a:pt x="6671512" y="473852"/>
                  </a:lnTo>
                  <a:lnTo>
                    <a:pt x="0" y="473852"/>
                  </a:lnTo>
                  <a:close/>
                </a:path>
              </a:pathLst>
            </a:custGeom>
            <a:solidFill>
              <a:srgbClr val="196BDE"/>
            </a:solidFill>
          </p:spPr>
        </p:sp>
      </p:grpSp>
      <p:sp>
        <p:nvSpPr>
          <p:cNvPr name="Freeform 4" id="4"/>
          <p:cNvSpPr/>
          <p:nvPr/>
        </p:nvSpPr>
        <p:spPr>
          <a:xfrm flipH="false" flipV="false" rot="0">
            <a:off x="16484611" y="520046"/>
            <a:ext cx="1017308" cy="1017308"/>
          </a:xfrm>
          <a:custGeom>
            <a:avLst/>
            <a:gdLst/>
            <a:ahLst/>
            <a:cxnLst/>
            <a:rect r="r" b="b" t="t" l="l"/>
            <a:pathLst>
              <a:path h="1017308" w="1017308">
                <a:moveTo>
                  <a:pt x="0" y="0"/>
                </a:moveTo>
                <a:lnTo>
                  <a:pt x="1017308" y="0"/>
                </a:lnTo>
                <a:lnTo>
                  <a:pt x="1017308" y="1017308"/>
                </a:lnTo>
                <a:lnTo>
                  <a:pt x="0" y="101730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7077789" y="2661391"/>
            <a:ext cx="5090755" cy="3609808"/>
          </a:xfrm>
          <a:custGeom>
            <a:avLst/>
            <a:gdLst/>
            <a:ahLst/>
            <a:cxnLst/>
            <a:rect r="r" b="b" t="t" l="l"/>
            <a:pathLst>
              <a:path h="3609808" w="5090755">
                <a:moveTo>
                  <a:pt x="0" y="0"/>
                </a:moveTo>
                <a:lnTo>
                  <a:pt x="5090756" y="0"/>
                </a:lnTo>
                <a:lnTo>
                  <a:pt x="5090756" y="3609808"/>
                </a:lnTo>
                <a:lnTo>
                  <a:pt x="0" y="360980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6" id="6"/>
          <p:cNvSpPr txBox="true"/>
          <p:nvPr/>
        </p:nvSpPr>
        <p:spPr>
          <a:xfrm rot="0">
            <a:off x="1028700" y="580073"/>
            <a:ext cx="8093157" cy="811530"/>
          </a:xfrm>
          <a:prstGeom prst="rect">
            <a:avLst/>
          </a:prstGeom>
        </p:spPr>
        <p:txBody>
          <a:bodyPr anchor="t" rtlCol="false" tIns="0" lIns="0" bIns="0" rIns="0">
            <a:spAutoFit/>
          </a:bodyPr>
          <a:lstStyle/>
          <a:p>
            <a:pPr algn="l">
              <a:lnSpc>
                <a:spcPts val="6719"/>
              </a:lnSpc>
            </a:pPr>
            <a:r>
              <a:rPr lang="en-US" sz="4800">
                <a:solidFill>
                  <a:srgbClr val="196BDE"/>
                </a:solidFill>
                <a:latin typeface="Open Sauce"/>
                <a:ea typeface="Open Sauce"/>
                <a:cs typeface="Open Sauce"/>
                <a:sym typeface="Open Sauce"/>
              </a:rPr>
              <a:t>Conclusion</a:t>
            </a:r>
          </a:p>
        </p:txBody>
      </p:sp>
      <p:sp>
        <p:nvSpPr>
          <p:cNvPr name="TextBox 7" id="7"/>
          <p:cNvSpPr txBox="true"/>
          <p:nvPr/>
        </p:nvSpPr>
        <p:spPr>
          <a:xfrm rot="0">
            <a:off x="12902480" y="9358771"/>
            <a:ext cx="4356820" cy="490855"/>
          </a:xfrm>
          <a:prstGeom prst="rect">
            <a:avLst/>
          </a:prstGeom>
        </p:spPr>
        <p:txBody>
          <a:bodyPr anchor="t" rtlCol="false" tIns="0" lIns="0" bIns="0" rIns="0">
            <a:spAutoFit/>
          </a:bodyPr>
          <a:lstStyle/>
          <a:p>
            <a:pPr algn="r">
              <a:lnSpc>
                <a:spcPts val="3919"/>
              </a:lnSpc>
            </a:pPr>
            <a:r>
              <a:rPr lang="en-US" sz="2799">
                <a:solidFill>
                  <a:srgbClr val="F9F5F0"/>
                </a:solidFill>
                <a:latin typeface="Open Sauce"/>
                <a:ea typeface="Open Sauce"/>
                <a:cs typeface="Open Sauce"/>
                <a:sym typeface="Open Sauce"/>
              </a:rPr>
              <a:t>7</a:t>
            </a:r>
          </a:p>
        </p:txBody>
      </p:sp>
      <p:sp>
        <p:nvSpPr>
          <p:cNvPr name="TextBox 8" id="8"/>
          <p:cNvSpPr txBox="true"/>
          <p:nvPr/>
        </p:nvSpPr>
        <p:spPr>
          <a:xfrm rot="0">
            <a:off x="1028700" y="6811147"/>
            <a:ext cx="4485797" cy="1657985"/>
          </a:xfrm>
          <a:prstGeom prst="rect">
            <a:avLst/>
          </a:prstGeom>
        </p:spPr>
        <p:txBody>
          <a:bodyPr anchor="t" rtlCol="false" tIns="0" lIns="0" bIns="0" rIns="0">
            <a:spAutoFit/>
          </a:bodyPr>
          <a:lstStyle/>
          <a:p>
            <a:pPr algn="just">
              <a:lnSpc>
                <a:spcPts val="4479"/>
              </a:lnSpc>
            </a:pPr>
            <a:r>
              <a:rPr lang="en-US" sz="2799">
                <a:solidFill>
                  <a:srgbClr val="2D2D2D"/>
                </a:solidFill>
                <a:latin typeface="Open Sauce"/>
                <a:ea typeface="Open Sauce"/>
                <a:cs typeface="Open Sauce"/>
                <a:sym typeface="Open Sauce"/>
              </a:rPr>
              <a:t>Lorem ipsum dolor sit amet, consectetur adipiscing elit.</a:t>
            </a:r>
          </a:p>
        </p:txBody>
      </p:sp>
      <p:sp>
        <p:nvSpPr>
          <p:cNvPr name="TextBox 9" id="9"/>
          <p:cNvSpPr txBox="true"/>
          <p:nvPr/>
        </p:nvSpPr>
        <p:spPr>
          <a:xfrm rot="0">
            <a:off x="7077789" y="6811147"/>
            <a:ext cx="10181511" cy="1096010"/>
          </a:xfrm>
          <a:prstGeom prst="rect">
            <a:avLst/>
          </a:prstGeom>
        </p:spPr>
        <p:txBody>
          <a:bodyPr anchor="t" rtlCol="false" tIns="0" lIns="0" bIns="0" rIns="0">
            <a:spAutoFit/>
          </a:bodyPr>
          <a:lstStyle/>
          <a:p>
            <a:pPr algn="just">
              <a:lnSpc>
                <a:spcPts val="4479"/>
              </a:lnSpc>
            </a:pPr>
            <a:r>
              <a:rPr lang="en-US" sz="2799">
                <a:solidFill>
                  <a:srgbClr val="2D2D2D"/>
                </a:solidFill>
                <a:latin typeface="Open Sauce"/>
                <a:ea typeface="Open Sauce"/>
                <a:cs typeface="Open Sauce"/>
                <a:sym typeface="Open Sauce"/>
              </a:rPr>
              <a:t>Duis aute irure dolor in reprehenderit in voluptate velit esse cillum dolore eu fugiat nulla pariatur.</a:t>
            </a:r>
          </a:p>
        </p:txBody>
      </p:sp>
      <p:pic>
        <p:nvPicPr>
          <p:cNvPr name="Picture 10" id="10"/>
          <p:cNvPicPr>
            <a:picLocks noChangeAspect="true"/>
          </p:cNvPicPr>
          <p:nvPr/>
        </p:nvPicPr>
        <p:blipFill>
          <a:blip r:embed="rId6"/>
          <a:stretch>
            <a:fillRect/>
          </a:stretch>
        </p:blipFill>
        <p:spPr>
          <a:xfrm rot="0">
            <a:off x="549397" y="1817374"/>
            <a:ext cx="5751637" cy="5312683"/>
          </a:xfrm>
          <a:prstGeom prst="rect">
            <a:avLst/>
          </a:prstGeom>
        </p:spPr>
      </p:pic>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9F5F0"/>
        </a:solidFill>
      </p:bgPr>
    </p:bg>
    <p:spTree>
      <p:nvGrpSpPr>
        <p:cNvPr id="1" name=""/>
        <p:cNvGrpSpPr/>
        <p:nvPr/>
      </p:nvGrpSpPr>
      <p:grpSpPr>
        <a:xfrm>
          <a:off x="0" y="0"/>
          <a:ext cx="0" cy="0"/>
          <a:chOff x="0" y="0"/>
          <a:chExt cx="0" cy="0"/>
        </a:xfrm>
      </p:grpSpPr>
      <p:sp>
        <p:nvSpPr>
          <p:cNvPr name="Freeform 2" id="2"/>
          <p:cNvSpPr/>
          <p:nvPr/>
        </p:nvSpPr>
        <p:spPr>
          <a:xfrm flipH="false" flipV="false" rot="0">
            <a:off x="16484611" y="520046"/>
            <a:ext cx="1017308" cy="1017308"/>
          </a:xfrm>
          <a:custGeom>
            <a:avLst/>
            <a:gdLst/>
            <a:ahLst/>
            <a:cxnLst/>
            <a:rect r="r" b="b" t="t" l="l"/>
            <a:pathLst>
              <a:path h="1017308" w="1017308">
                <a:moveTo>
                  <a:pt x="0" y="0"/>
                </a:moveTo>
                <a:lnTo>
                  <a:pt x="1017308" y="0"/>
                </a:lnTo>
                <a:lnTo>
                  <a:pt x="1017308" y="1017308"/>
                </a:lnTo>
                <a:lnTo>
                  <a:pt x="0" y="101730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0" y="7494463"/>
            <a:ext cx="18288000" cy="2792537"/>
            <a:chOff x="0" y="0"/>
            <a:chExt cx="6671512" cy="1018725"/>
          </a:xfrm>
        </p:grpSpPr>
        <p:sp>
          <p:nvSpPr>
            <p:cNvPr name="Freeform 4" id="4"/>
            <p:cNvSpPr/>
            <p:nvPr/>
          </p:nvSpPr>
          <p:spPr>
            <a:xfrm flipH="false" flipV="false" rot="0">
              <a:off x="0" y="0"/>
              <a:ext cx="6671512" cy="1018725"/>
            </a:xfrm>
            <a:custGeom>
              <a:avLst/>
              <a:gdLst/>
              <a:ahLst/>
              <a:cxnLst/>
              <a:rect r="r" b="b" t="t" l="l"/>
              <a:pathLst>
                <a:path h="1018725" w="6671512">
                  <a:moveTo>
                    <a:pt x="0" y="0"/>
                  </a:moveTo>
                  <a:lnTo>
                    <a:pt x="6671512" y="0"/>
                  </a:lnTo>
                  <a:lnTo>
                    <a:pt x="6671512" y="1018725"/>
                  </a:lnTo>
                  <a:lnTo>
                    <a:pt x="0" y="1018725"/>
                  </a:lnTo>
                  <a:close/>
                </a:path>
              </a:pathLst>
            </a:custGeom>
            <a:solidFill>
              <a:srgbClr val="196BDE"/>
            </a:solidFill>
          </p:spPr>
        </p:sp>
      </p:grpSp>
      <p:sp>
        <p:nvSpPr>
          <p:cNvPr name="TextBox 5" id="5"/>
          <p:cNvSpPr txBox="true"/>
          <p:nvPr/>
        </p:nvSpPr>
        <p:spPr>
          <a:xfrm rot="0">
            <a:off x="1028700" y="3074089"/>
            <a:ext cx="14413764" cy="1514475"/>
          </a:xfrm>
          <a:prstGeom prst="rect">
            <a:avLst/>
          </a:prstGeom>
        </p:spPr>
        <p:txBody>
          <a:bodyPr anchor="t" rtlCol="false" tIns="0" lIns="0" bIns="0" rIns="0">
            <a:spAutoFit/>
          </a:bodyPr>
          <a:lstStyle/>
          <a:p>
            <a:pPr algn="l">
              <a:lnSpc>
                <a:spcPts val="11999"/>
              </a:lnSpc>
            </a:pPr>
            <a:r>
              <a:rPr lang="en-US" sz="9999">
                <a:solidFill>
                  <a:srgbClr val="2D2D2D"/>
                </a:solidFill>
                <a:latin typeface="Open Sauce"/>
                <a:ea typeface="Open Sauce"/>
                <a:cs typeface="Open Sauce"/>
                <a:sym typeface="Open Sauce"/>
              </a:rPr>
              <a:t>The End</a:t>
            </a:r>
          </a:p>
        </p:txBody>
      </p:sp>
      <p:sp>
        <p:nvSpPr>
          <p:cNvPr name="TextBox 6" id="6"/>
          <p:cNvSpPr txBox="true"/>
          <p:nvPr/>
        </p:nvSpPr>
        <p:spPr>
          <a:xfrm rot="0">
            <a:off x="1028700" y="1941841"/>
            <a:ext cx="8093157" cy="613410"/>
          </a:xfrm>
          <a:prstGeom prst="rect">
            <a:avLst/>
          </a:prstGeom>
        </p:spPr>
        <p:txBody>
          <a:bodyPr anchor="t" rtlCol="false" tIns="0" lIns="0" bIns="0" rIns="0">
            <a:spAutoFit/>
          </a:bodyPr>
          <a:lstStyle/>
          <a:p>
            <a:pPr algn="l">
              <a:lnSpc>
                <a:spcPts val="5040"/>
              </a:lnSpc>
            </a:pPr>
            <a:r>
              <a:rPr lang="en-US" sz="3600">
                <a:solidFill>
                  <a:srgbClr val="196BDE"/>
                </a:solidFill>
                <a:latin typeface="Open Sauce"/>
                <a:ea typeface="Open Sauce"/>
                <a:cs typeface="Open Sauce"/>
                <a:sym typeface="Open Sauce"/>
              </a:rPr>
              <a:t>Course Name</a:t>
            </a:r>
          </a:p>
        </p:txBody>
      </p:sp>
      <p:sp>
        <p:nvSpPr>
          <p:cNvPr name="TextBox 7" id="7"/>
          <p:cNvSpPr txBox="true"/>
          <p:nvPr/>
        </p:nvSpPr>
        <p:spPr>
          <a:xfrm rot="0">
            <a:off x="6965590" y="7916404"/>
            <a:ext cx="4356820" cy="490855"/>
          </a:xfrm>
          <a:prstGeom prst="rect">
            <a:avLst/>
          </a:prstGeom>
        </p:spPr>
        <p:txBody>
          <a:bodyPr anchor="t" rtlCol="false" tIns="0" lIns="0" bIns="0" rIns="0">
            <a:spAutoFit/>
          </a:bodyPr>
          <a:lstStyle/>
          <a:p>
            <a:pPr algn="l">
              <a:lnSpc>
                <a:spcPts val="3919"/>
              </a:lnSpc>
            </a:pPr>
            <a:r>
              <a:rPr lang="en-US" sz="2799">
                <a:solidFill>
                  <a:srgbClr val="F9F5F0"/>
                </a:solidFill>
                <a:latin typeface="Open Sauce"/>
                <a:ea typeface="Open Sauce"/>
                <a:cs typeface="Open Sauce"/>
                <a:sym typeface="Open Sauce"/>
              </a:rPr>
              <a:t>2026 March 27</a:t>
            </a:r>
          </a:p>
        </p:txBody>
      </p:sp>
      <p:sp>
        <p:nvSpPr>
          <p:cNvPr name="TextBox 8" id="8"/>
          <p:cNvSpPr txBox="true"/>
          <p:nvPr/>
        </p:nvSpPr>
        <p:spPr>
          <a:xfrm rot="0">
            <a:off x="1028700" y="7916404"/>
            <a:ext cx="4356820" cy="490855"/>
          </a:xfrm>
          <a:prstGeom prst="rect">
            <a:avLst/>
          </a:prstGeom>
        </p:spPr>
        <p:txBody>
          <a:bodyPr anchor="t" rtlCol="false" tIns="0" lIns="0" bIns="0" rIns="0">
            <a:spAutoFit/>
          </a:bodyPr>
          <a:lstStyle/>
          <a:p>
            <a:pPr algn="l">
              <a:lnSpc>
                <a:spcPts val="3919"/>
              </a:lnSpc>
            </a:pPr>
            <a:r>
              <a:rPr lang="en-US" sz="2799">
                <a:solidFill>
                  <a:srgbClr val="F9F5F0"/>
                </a:solidFill>
                <a:latin typeface="Open Sauce"/>
                <a:ea typeface="Open Sauce"/>
                <a:cs typeface="Open Sauce"/>
                <a:sym typeface="Open Sauce"/>
              </a:rPr>
              <a:t>Full Name</a:t>
            </a:r>
          </a:p>
        </p:txBody>
      </p:sp>
      <p:sp>
        <p:nvSpPr>
          <p:cNvPr name="TextBox 9" id="9"/>
          <p:cNvSpPr txBox="true"/>
          <p:nvPr/>
        </p:nvSpPr>
        <p:spPr>
          <a:xfrm rot="0">
            <a:off x="6965590" y="8447501"/>
            <a:ext cx="4356820" cy="490855"/>
          </a:xfrm>
          <a:prstGeom prst="rect">
            <a:avLst/>
          </a:prstGeom>
        </p:spPr>
        <p:txBody>
          <a:bodyPr anchor="t" rtlCol="false" tIns="0" lIns="0" bIns="0" rIns="0">
            <a:spAutoFit/>
          </a:bodyPr>
          <a:lstStyle/>
          <a:p>
            <a:pPr algn="l">
              <a:lnSpc>
                <a:spcPts val="3919"/>
              </a:lnSpc>
            </a:pPr>
            <a:r>
              <a:rPr lang="en-US" sz="2799">
                <a:solidFill>
                  <a:srgbClr val="F9F5F0"/>
                </a:solidFill>
                <a:latin typeface="Open Sauce"/>
                <a:ea typeface="Open Sauce"/>
                <a:cs typeface="Open Sauce"/>
                <a:sym typeface="Open Sauce"/>
              </a:rPr>
              <a:t>Week IV</a:t>
            </a:r>
          </a:p>
        </p:txBody>
      </p:sp>
      <p:sp>
        <p:nvSpPr>
          <p:cNvPr name="AutoShape 10" id="10"/>
          <p:cNvSpPr/>
          <p:nvPr/>
        </p:nvSpPr>
        <p:spPr>
          <a:xfrm rot="5400000">
            <a:off x="4393928" y="8758326"/>
            <a:ext cx="3038298" cy="0"/>
          </a:xfrm>
          <a:prstGeom prst="line">
            <a:avLst/>
          </a:prstGeom>
          <a:ln cap="rnd" w="76200">
            <a:solidFill>
              <a:srgbClr val="F9F5F0"/>
            </a:solidFill>
            <a:prstDash val="solid"/>
            <a:headEnd type="none" len="sm" w="sm"/>
            <a:tailEnd type="none" len="sm" w="sm"/>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DAG3tgI1vuw</dc:identifier>
  <dcterms:modified xsi:type="dcterms:W3CDTF">2011-08-01T06:04:30Z</dcterms:modified>
  <cp:revision>1</cp:revision>
  <dc:title>Blue Orange Black Soft Cream Simple Minimalist Class Course Lecturer Presentation Template</dc:title>
</cp:coreProperties>
</file>